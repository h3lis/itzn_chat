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9799300" cy="12599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69" userDrawn="1">
          <p15:clr>
            <a:srgbClr val="A4A3A4"/>
          </p15:clr>
        </p15:guide>
        <p15:guide id="2" pos="62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662" y="-240"/>
      </p:cViewPr>
      <p:guideLst>
        <p:guide orient="horz" pos="3969"/>
        <p:guide pos="62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4913" y="2062084"/>
            <a:ext cx="14849475" cy="4386662"/>
          </a:xfrm>
        </p:spPr>
        <p:txBody>
          <a:bodyPr anchor="b"/>
          <a:lstStyle>
            <a:lvl1pPr algn="ctr">
              <a:defRPr sz="974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913" y="6617911"/>
            <a:ext cx="14849475" cy="3042080"/>
          </a:xfrm>
        </p:spPr>
        <p:txBody>
          <a:bodyPr/>
          <a:lstStyle>
            <a:lvl1pPr marL="0" indent="0" algn="ctr">
              <a:buNone/>
              <a:defRPr sz="3898"/>
            </a:lvl1pPr>
            <a:lvl2pPr marL="742477" indent="0" algn="ctr">
              <a:buNone/>
              <a:defRPr sz="3248"/>
            </a:lvl2pPr>
            <a:lvl3pPr marL="1484955" indent="0" algn="ctr">
              <a:buNone/>
              <a:defRPr sz="2923"/>
            </a:lvl3pPr>
            <a:lvl4pPr marL="2227430" indent="0" algn="ctr">
              <a:buNone/>
              <a:defRPr sz="2598"/>
            </a:lvl4pPr>
            <a:lvl5pPr marL="2969907" indent="0" algn="ctr">
              <a:buNone/>
              <a:defRPr sz="2598"/>
            </a:lvl5pPr>
            <a:lvl6pPr marL="3712385" indent="0" algn="ctr">
              <a:buNone/>
              <a:defRPr sz="2598"/>
            </a:lvl6pPr>
            <a:lvl7pPr marL="4454862" indent="0" algn="ctr">
              <a:buNone/>
              <a:defRPr sz="2598"/>
            </a:lvl7pPr>
            <a:lvl8pPr marL="5197338" indent="0" algn="ctr">
              <a:buNone/>
              <a:defRPr sz="2598"/>
            </a:lvl8pPr>
            <a:lvl9pPr marL="5939814" indent="0" algn="ctr">
              <a:buNone/>
              <a:defRPr sz="259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4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8921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890" y="3141249"/>
            <a:ext cx="17076896" cy="5241245"/>
          </a:xfrm>
        </p:spPr>
        <p:txBody>
          <a:bodyPr anchor="b"/>
          <a:lstStyle>
            <a:lvl1pPr>
              <a:defRPr sz="974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890" y="8432078"/>
            <a:ext cx="17076896" cy="2756246"/>
          </a:xfrm>
        </p:spPr>
        <p:txBody>
          <a:bodyPr/>
          <a:lstStyle>
            <a:lvl1pPr marL="0" indent="0">
              <a:buNone/>
              <a:defRPr sz="3898">
                <a:solidFill>
                  <a:schemeClr val="tx1">
                    <a:tint val="75000"/>
                  </a:schemeClr>
                </a:solidFill>
              </a:defRPr>
            </a:lvl1pPr>
            <a:lvl2pPr marL="742477" indent="0">
              <a:buNone/>
              <a:defRPr sz="3248">
                <a:solidFill>
                  <a:schemeClr val="tx1">
                    <a:tint val="75000"/>
                  </a:schemeClr>
                </a:solidFill>
              </a:defRPr>
            </a:lvl2pPr>
            <a:lvl3pPr marL="1484955" indent="0">
              <a:buNone/>
              <a:defRPr sz="2923">
                <a:solidFill>
                  <a:schemeClr val="tx1">
                    <a:tint val="75000"/>
                  </a:schemeClr>
                </a:solidFill>
              </a:defRPr>
            </a:lvl3pPr>
            <a:lvl4pPr marL="2227430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4pPr>
            <a:lvl5pPr marL="2969907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5pPr>
            <a:lvl6pPr marL="3712385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6pPr>
            <a:lvl7pPr marL="4454862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7pPr>
            <a:lvl8pPr marL="5197338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8pPr>
            <a:lvl9pPr marL="5939814" indent="0">
              <a:buNone/>
              <a:defRPr sz="2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158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1204" y="3354164"/>
            <a:ext cx="8414703" cy="79945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3397" y="3354164"/>
            <a:ext cx="8414703" cy="79945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16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1" y="670835"/>
            <a:ext cx="17076896" cy="243541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784" y="3088749"/>
            <a:ext cx="8376031" cy="1513748"/>
          </a:xfrm>
        </p:spPr>
        <p:txBody>
          <a:bodyPr anchor="b"/>
          <a:lstStyle>
            <a:lvl1pPr marL="0" indent="0">
              <a:buNone/>
              <a:defRPr sz="3898" b="1"/>
            </a:lvl1pPr>
            <a:lvl2pPr marL="742477" indent="0">
              <a:buNone/>
              <a:defRPr sz="3248" b="1"/>
            </a:lvl2pPr>
            <a:lvl3pPr marL="1484955" indent="0">
              <a:buNone/>
              <a:defRPr sz="2923" b="1"/>
            </a:lvl3pPr>
            <a:lvl4pPr marL="2227430" indent="0">
              <a:buNone/>
              <a:defRPr sz="2598" b="1"/>
            </a:lvl4pPr>
            <a:lvl5pPr marL="2969907" indent="0">
              <a:buNone/>
              <a:defRPr sz="2598" b="1"/>
            </a:lvl5pPr>
            <a:lvl6pPr marL="3712385" indent="0">
              <a:buNone/>
              <a:defRPr sz="2598" b="1"/>
            </a:lvl6pPr>
            <a:lvl7pPr marL="4454862" indent="0">
              <a:buNone/>
              <a:defRPr sz="2598" b="1"/>
            </a:lvl7pPr>
            <a:lvl8pPr marL="5197338" indent="0">
              <a:buNone/>
              <a:defRPr sz="2598" b="1"/>
            </a:lvl8pPr>
            <a:lvl9pPr marL="5939814" indent="0">
              <a:buNone/>
              <a:defRPr sz="259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784" y="4602497"/>
            <a:ext cx="8376031" cy="67695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3398" y="3088749"/>
            <a:ext cx="8417281" cy="1513748"/>
          </a:xfrm>
        </p:spPr>
        <p:txBody>
          <a:bodyPr anchor="b"/>
          <a:lstStyle>
            <a:lvl1pPr marL="0" indent="0">
              <a:buNone/>
              <a:defRPr sz="3898" b="1"/>
            </a:lvl1pPr>
            <a:lvl2pPr marL="742477" indent="0">
              <a:buNone/>
              <a:defRPr sz="3248" b="1"/>
            </a:lvl2pPr>
            <a:lvl3pPr marL="1484955" indent="0">
              <a:buNone/>
              <a:defRPr sz="2923" b="1"/>
            </a:lvl3pPr>
            <a:lvl4pPr marL="2227430" indent="0">
              <a:buNone/>
              <a:defRPr sz="2598" b="1"/>
            </a:lvl4pPr>
            <a:lvl5pPr marL="2969907" indent="0">
              <a:buNone/>
              <a:defRPr sz="2598" b="1"/>
            </a:lvl5pPr>
            <a:lvl6pPr marL="3712385" indent="0">
              <a:buNone/>
              <a:defRPr sz="2598" b="1"/>
            </a:lvl6pPr>
            <a:lvl7pPr marL="4454862" indent="0">
              <a:buNone/>
              <a:defRPr sz="2598" b="1"/>
            </a:lvl7pPr>
            <a:lvl8pPr marL="5197338" indent="0">
              <a:buNone/>
              <a:defRPr sz="2598" b="1"/>
            </a:lvl8pPr>
            <a:lvl9pPr marL="5939814" indent="0">
              <a:buNone/>
              <a:defRPr sz="259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3398" y="4602497"/>
            <a:ext cx="8417281" cy="676957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150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136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70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4" y="839999"/>
            <a:ext cx="6385789" cy="2939998"/>
          </a:xfrm>
        </p:spPr>
        <p:txBody>
          <a:bodyPr anchor="b"/>
          <a:lstStyle>
            <a:lvl1pPr>
              <a:defRPr sz="51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7281" y="1814167"/>
            <a:ext cx="10023396" cy="8954157"/>
          </a:xfrm>
        </p:spPr>
        <p:txBody>
          <a:bodyPr/>
          <a:lstStyle>
            <a:lvl1pPr>
              <a:defRPr sz="5196"/>
            </a:lvl1pPr>
            <a:lvl2pPr>
              <a:defRPr sz="4547"/>
            </a:lvl2pPr>
            <a:lvl3pPr>
              <a:defRPr sz="3898"/>
            </a:lvl3pPr>
            <a:lvl4pPr>
              <a:defRPr sz="3248"/>
            </a:lvl4pPr>
            <a:lvl5pPr>
              <a:defRPr sz="3248"/>
            </a:lvl5pPr>
            <a:lvl6pPr>
              <a:defRPr sz="3248"/>
            </a:lvl6pPr>
            <a:lvl7pPr>
              <a:defRPr sz="3248"/>
            </a:lvl7pPr>
            <a:lvl8pPr>
              <a:defRPr sz="3248"/>
            </a:lvl8pPr>
            <a:lvl9pPr>
              <a:defRPr sz="324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4" y="3779997"/>
            <a:ext cx="6385789" cy="7002911"/>
          </a:xfrm>
        </p:spPr>
        <p:txBody>
          <a:bodyPr/>
          <a:lstStyle>
            <a:lvl1pPr marL="0" indent="0">
              <a:buNone/>
              <a:defRPr sz="2598"/>
            </a:lvl1pPr>
            <a:lvl2pPr marL="742477" indent="0">
              <a:buNone/>
              <a:defRPr sz="2274"/>
            </a:lvl2pPr>
            <a:lvl3pPr marL="1484955" indent="0">
              <a:buNone/>
              <a:defRPr sz="1948"/>
            </a:lvl3pPr>
            <a:lvl4pPr marL="2227430" indent="0">
              <a:buNone/>
              <a:defRPr sz="1624"/>
            </a:lvl4pPr>
            <a:lvl5pPr marL="2969907" indent="0">
              <a:buNone/>
              <a:defRPr sz="1624"/>
            </a:lvl5pPr>
            <a:lvl6pPr marL="3712385" indent="0">
              <a:buNone/>
              <a:defRPr sz="1624"/>
            </a:lvl6pPr>
            <a:lvl7pPr marL="4454862" indent="0">
              <a:buNone/>
              <a:defRPr sz="1624"/>
            </a:lvl7pPr>
            <a:lvl8pPr marL="5197338" indent="0">
              <a:buNone/>
              <a:defRPr sz="1624"/>
            </a:lvl8pPr>
            <a:lvl9pPr marL="5939814" indent="0">
              <a:buNone/>
              <a:defRPr sz="162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743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784" y="839999"/>
            <a:ext cx="6385789" cy="2939998"/>
          </a:xfrm>
        </p:spPr>
        <p:txBody>
          <a:bodyPr anchor="b"/>
          <a:lstStyle>
            <a:lvl1pPr>
              <a:defRPr sz="519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7281" y="1814167"/>
            <a:ext cx="10023396" cy="8954157"/>
          </a:xfrm>
        </p:spPr>
        <p:txBody>
          <a:bodyPr anchor="t"/>
          <a:lstStyle>
            <a:lvl1pPr marL="0" indent="0">
              <a:buNone/>
              <a:defRPr sz="5196"/>
            </a:lvl1pPr>
            <a:lvl2pPr marL="742477" indent="0">
              <a:buNone/>
              <a:defRPr sz="4547"/>
            </a:lvl2pPr>
            <a:lvl3pPr marL="1484955" indent="0">
              <a:buNone/>
              <a:defRPr sz="3898"/>
            </a:lvl3pPr>
            <a:lvl4pPr marL="2227430" indent="0">
              <a:buNone/>
              <a:defRPr sz="3248"/>
            </a:lvl4pPr>
            <a:lvl5pPr marL="2969907" indent="0">
              <a:buNone/>
              <a:defRPr sz="3248"/>
            </a:lvl5pPr>
            <a:lvl6pPr marL="3712385" indent="0">
              <a:buNone/>
              <a:defRPr sz="3248"/>
            </a:lvl6pPr>
            <a:lvl7pPr marL="4454862" indent="0">
              <a:buNone/>
              <a:defRPr sz="3248"/>
            </a:lvl7pPr>
            <a:lvl8pPr marL="5197338" indent="0">
              <a:buNone/>
              <a:defRPr sz="3248"/>
            </a:lvl8pPr>
            <a:lvl9pPr marL="5939814" indent="0">
              <a:buNone/>
              <a:defRPr sz="3248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784" y="3779997"/>
            <a:ext cx="6385789" cy="7002911"/>
          </a:xfrm>
        </p:spPr>
        <p:txBody>
          <a:bodyPr/>
          <a:lstStyle>
            <a:lvl1pPr marL="0" indent="0">
              <a:buNone/>
              <a:defRPr sz="2598"/>
            </a:lvl1pPr>
            <a:lvl2pPr marL="742477" indent="0">
              <a:buNone/>
              <a:defRPr sz="2274"/>
            </a:lvl2pPr>
            <a:lvl3pPr marL="1484955" indent="0">
              <a:buNone/>
              <a:defRPr sz="1948"/>
            </a:lvl3pPr>
            <a:lvl4pPr marL="2227430" indent="0">
              <a:buNone/>
              <a:defRPr sz="1624"/>
            </a:lvl4pPr>
            <a:lvl5pPr marL="2969907" indent="0">
              <a:buNone/>
              <a:defRPr sz="1624"/>
            </a:lvl5pPr>
            <a:lvl6pPr marL="3712385" indent="0">
              <a:buNone/>
              <a:defRPr sz="1624"/>
            </a:lvl6pPr>
            <a:lvl7pPr marL="4454862" indent="0">
              <a:buNone/>
              <a:defRPr sz="1624"/>
            </a:lvl7pPr>
            <a:lvl8pPr marL="5197338" indent="0">
              <a:buNone/>
              <a:defRPr sz="1624"/>
            </a:lvl8pPr>
            <a:lvl9pPr marL="5939814" indent="0">
              <a:buNone/>
              <a:defRPr sz="162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318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4638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8874" y="670834"/>
            <a:ext cx="4269224" cy="1067790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1204" y="670834"/>
            <a:ext cx="12560181" cy="1067790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10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1202" y="670835"/>
            <a:ext cx="17076896" cy="24354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1202" y="3354164"/>
            <a:ext cx="17076896" cy="7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1204" y="11678323"/>
            <a:ext cx="4454843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9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25954-FEBF-4C2F-96C5-5D3E2C748C0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8518" y="11678323"/>
            <a:ext cx="6682264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3257" y="11678323"/>
            <a:ext cx="4454843" cy="670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FC9B7-2574-43FF-9BF8-D65688267A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8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484955" rtl="0" eaLnBrk="1" latinLnBrk="1" hangingPunct="1">
        <a:lnSpc>
          <a:spcPct val="90000"/>
        </a:lnSpc>
        <a:spcBef>
          <a:spcPct val="0"/>
        </a:spcBef>
        <a:buNone/>
        <a:defRPr sz="714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238" indent="-371238" algn="l" defTabSz="1484955" rtl="0" eaLnBrk="1" latinLnBrk="1" hangingPunct="1">
        <a:lnSpc>
          <a:spcPct val="90000"/>
        </a:lnSpc>
        <a:spcBef>
          <a:spcPts val="1624"/>
        </a:spcBef>
        <a:buFont typeface="Arial" panose="020B0604020202020204" pitchFamily="34" charset="0"/>
        <a:buChar char="•"/>
        <a:defRPr sz="4547" kern="1200">
          <a:solidFill>
            <a:schemeClr val="tx1"/>
          </a:solidFill>
          <a:latin typeface="+mn-lt"/>
          <a:ea typeface="+mn-ea"/>
          <a:cs typeface="+mn-cs"/>
        </a:defRPr>
      </a:lvl1pPr>
      <a:lvl2pPr marL="1113715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3898" kern="1200">
          <a:solidFill>
            <a:schemeClr val="tx1"/>
          </a:solidFill>
          <a:latin typeface="+mn-lt"/>
          <a:ea typeface="+mn-ea"/>
          <a:cs typeface="+mn-cs"/>
        </a:defRPr>
      </a:lvl2pPr>
      <a:lvl3pPr marL="1856192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3248" kern="1200">
          <a:solidFill>
            <a:schemeClr val="tx1"/>
          </a:solidFill>
          <a:latin typeface="+mn-lt"/>
          <a:ea typeface="+mn-ea"/>
          <a:cs typeface="+mn-cs"/>
        </a:defRPr>
      </a:lvl3pPr>
      <a:lvl4pPr marL="2598669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4pPr>
      <a:lvl5pPr marL="3341146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5pPr>
      <a:lvl6pPr marL="4083623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6pPr>
      <a:lvl7pPr marL="4826100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7pPr>
      <a:lvl8pPr marL="5568576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8pPr>
      <a:lvl9pPr marL="6311054" indent="-371238" algn="l" defTabSz="1484955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9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1pPr>
      <a:lvl2pPr marL="742477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2pPr>
      <a:lvl3pPr marL="1484955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3pPr>
      <a:lvl4pPr marL="2227430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4pPr>
      <a:lvl5pPr marL="2969907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5pPr>
      <a:lvl6pPr marL="3712385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6pPr>
      <a:lvl7pPr marL="4454862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7pPr>
      <a:lvl8pPr marL="5197338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8pPr>
      <a:lvl9pPr marL="5939814" algn="l" defTabSz="1484955" rtl="0" eaLnBrk="1" latinLnBrk="1" hangingPunct="1">
        <a:defRPr sz="29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D700B5BE-E72E-4CE9-80DE-4C09AD0CBB91}"/>
              </a:ext>
            </a:extLst>
          </p:cNvPr>
          <p:cNvGrpSpPr/>
          <p:nvPr/>
        </p:nvGrpSpPr>
        <p:grpSpPr>
          <a:xfrm>
            <a:off x="182880" y="1965960"/>
            <a:ext cx="17787159" cy="9144000"/>
            <a:chOff x="182880" y="1965960"/>
            <a:chExt cx="17787159" cy="914400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5F7D501-176A-4330-B843-2F3E15F073B9}"/>
                </a:ext>
              </a:extLst>
            </p:cNvPr>
            <p:cNvSpPr/>
            <p:nvPr/>
          </p:nvSpPr>
          <p:spPr>
            <a:xfrm>
              <a:off x="182880" y="1965960"/>
              <a:ext cx="17787159" cy="914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CD4A3DE-34C2-4225-AC54-0F430CA49399}"/>
                </a:ext>
              </a:extLst>
            </p:cNvPr>
            <p:cNvGrpSpPr/>
            <p:nvPr/>
          </p:nvGrpSpPr>
          <p:grpSpPr>
            <a:xfrm>
              <a:off x="378735" y="2240664"/>
              <a:ext cx="17437465" cy="8700225"/>
              <a:chOff x="378735" y="2240664"/>
              <a:chExt cx="17437465" cy="8700225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55C1B14F-8D1A-4BFC-AE2C-8987259C1BB5}"/>
                  </a:ext>
                </a:extLst>
              </p:cNvPr>
              <p:cNvSpPr/>
              <p:nvPr/>
            </p:nvSpPr>
            <p:spPr>
              <a:xfrm>
                <a:off x="6216923" y="2705597"/>
                <a:ext cx="11599277" cy="8021933"/>
              </a:xfrm>
              <a:prstGeom prst="roundRect">
                <a:avLst>
                  <a:gd name="adj" fmla="val 2356"/>
                </a:avLst>
              </a:prstGeom>
              <a:solidFill>
                <a:schemeClr val="bg1"/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93" name="사각형: 둥근 모서리 92">
                <a:extLst>
                  <a:ext uri="{FF2B5EF4-FFF2-40B4-BE49-F238E27FC236}">
                    <a16:creationId xmlns:a16="http://schemas.microsoft.com/office/drawing/2014/main" id="{BE468934-EC5D-4472-BB34-0CE1A5D371C0}"/>
                  </a:ext>
                </a:extLst>
              </p:cNvPr>
              <p:cNvSpPr/>
              <p:nvPr/>
            </p:nvSpPr>
            <p:spPr>
              <a:xfrm>
                <a:off x="12102781" y="4583060"/>
                <a:ext cx="5400340" cy="5887994"/>
              </a:xfrm>
              <a:prstGeom prst="roundRect">
                <a:avLst>
                  <a:gd name="adj" fmla="val 2356"/>
                </a:avLst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>
                    <a:lumMod val="95000"/>
                    <a:lumOff val="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A0620C3-30BB-478D-9B98-ABCD9E8085DA}"/>
                  </a:ext>
                </a:extLst>
              </p:cNvPr>
              <p:cNvSpPr txBox="1"/>
              <p:nvPr/>
            </p:nvSpPr>
            <p:spPr>
              <a:xfrm>
                <a:off x="1829261" y="2240664"/>
                <a:ext cx="88678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400" dirty="0">
                    <a:latin typeface="프리젠테이션 6 SemiBold" pitchFamily="2" charset="-127"/>
                    <a:ea typeface="프리젠테이션 6 SemiBold" pitchFamily="2" charset="-127"/>
                  </a:rPr>
                  <a:t>사용자</a:t>
                </a:r>
              </a:p>
            </p:txBody>
          </p: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14E17E02-D73E-42D7-ADEF-F94C47AE7E7B}"/>
                  </a:ext>
                </a:extLst>
              </p:cNvPr>
              <p:cNvGrpSpPr/>
              <p:nvPr/>
            </p:nvGrpSpPr>
            <p:grpSpPr>
              <a:xfrm>
                <a:off x="440592" y="9302452"/>
                <a:ext cx="3733502" cy="1638437"/>
                <a:chOff x="440592" y="9302452"/>
                <a:chExt cx="3733502" cy="1638437"/>
              </a:xfrm>
            </p:grpSpPr>
            <p:sp>
              <p:nvSpPr>
                <p:cNvPr id="23" name="사각형: 둥근 모서리 22">
                  <a:extLst>
                    <a:ext uri="{FF2B5EF4-FFF2-40B4-BE49-F238E27FC236}">
                      <a16:creationId xmlns:a16="http://schemas.microsoft.com/office/drawing/2014/main" id="{941AAF56-B46D-4B34-B6CF-A1AE9D2A86AA}"/>
                    </a:ext>
                  </a:extLst>
                </p:cNvPr>
                <p:cNvSpPr/>
                <p:nvPr/>
              </p:nvSpPr>
              <p:spPr>
                <a:xfrm>
                  <a:off x="440592" y="9302452"/>
                  <a:ext cx="3733502" cy="1417471"/>
                </a:xfrm>
                <a:prstGeom prst="roundRect">
                  <a:avLst>
                    <a:gd name="adj" fmla="val 4227"/>
                  </a:avLst>
                </a:prstGeom>
                <a:solidFill>
                  <a:schemeClr val="bg1"/>
                </a:solidFill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D795396-751F-4FFA-B51D-69AF884AC100}"/>
                    </a:ext>
                  </a:extLst>
                </p:cNvPr>
                <p:cNvSpPr txBox="1"/>
                <p:nvPr/>
              </p:nvSpPr>
              <p:spPr>
                <a:xfrm>
                  <a:off x="1233659" y="10571557"/>
                  <a:ext cx="2147369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오프라인 상황</a:t>
                  </a:r>
                  <a:r>
                    <a:rPr lang="en-US" altLang="ko-KR" dirty="0">
                      <a:latin typeface="프리젠테이션 6 SemiBold" pitchFamily="2" charset="-127"/>
                      <a:ea typeface="프리젠테이션 6 SemiBold" pitchFamily="2" charset="-127"/>
                    </a:rPr>
                    <a:t> </a:t>
                  </a:r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대응 모듈</a:t>
                  </a:r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96F1E30D-3612-4473-8F9E-A32653322361}"/>
                    </a:ext>
                  </a:extLst>
                </p:cNvPr>
                <p:cNvSpPr/>
                <p:nvPr/>
              </p:nvSpPr>
              <p:spPr>
                <a:xfrm>
                  <a:off x="1730335" y="9702404"/>
                  <a:ext cx="1062842" cy="69828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오프라인 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UI</a:t>
                  </a:r>
                  <a:endParaRPr lang="ko-KR" altLang="en-US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61FF6793-AF57-48AD-9741-7D1EF78177FF}"/>
                    </a:ext>
                  </a:extLst>
                </p:cNvPr>
                <p:cNvSpPr/>
                <p:nvPr/>
              </p:nvSpPr>
              <p:spPr>
                <a:xfrm>
                  <a:off x="571348" y="9702404"/>
                  <a:ext cx="997839" cy="698283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대화 이력 데이터</a:t>
                  </a:r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384968D5-25F5-4374-83D8-8019A768D5D1}"/>
                    </a:ext>
                  </a:extLst>
                </p:cNvPr>
                <p:cNvSpPr/>
                <p:nvPr/>
              </p:nvSpPr>
              <p:spPr>
                <a:xfrm>
                  <a:off x="2954325" y="9702404"/>
                  <a:ext cx="1108386" cy="698283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버튼 </a:t>
                  </a:r>
                  <a:b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</a:b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시나리오</a:t>
                  </a:r>
                </a:p>
              </p:txBody>
            </p:sp>
          </p:grpSp>
          <p:cxnSp>
            <p:nvCxnSpPr>
              <p:cNvPr id="29" name="직선 화살표 연결선 28">
                <a:extLst>
                  <a:ext uri="{FF2B5EF4-FFF2-40B4-BE49-F238E27FC236}">
                    <a16:creationId xmlns:a16="http://schemas.microsoft.com/office/drawing/2014/main" id="{2E0508D9-5FF5-4FEF-B0D6-D8B84886544D}"/>
                  </a:ext>
                </a:extLst>
              </p:cNvPr>
              <p:cNvCxnSpPr>
                <a:cxnSpLocks/>
                <a:stCxn id="26" idx="0"/>
                <a:endCxn id="94" idx="2"/>
              </p:cNvCxnSpPr>
              <p:nvPr/>
            </p:nvCxnSpPr>
            <p:spPr>
              <a:xfrm flipH="1" flipV="1">
                <a:off x="1070267" y="8217615"/>
                <a:ext cx="1" cy="1484789"/>
              </a:xfrm>
              <a:prstGeom prst="straightConnector1">
                <a:avLst/>
              </a:prstGeom>
              <a:ln w="38100">
                <a:solidFill>
                  <a:schemeClr val="tx1">
                    <a:lumMod val="85000"/>
                    <a:lumOff val="1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B8B5E0-AC81-409F-A9C1-679E3D5C4ABA}"/>
                  </a:ext>
                </a:extLst>
              </p:cNvPr>
              <p:cNvSpPr txBox="1"/>
              <p:nvPr/>
            </p:nvSpPr>
            <p:spPr>
              <a:xfrm>
                <a:off x="3465206" y="8397311"/>
                <a:ext cx="12437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 dirty="0">
                    <a:latin typeface="프리젠테이션 6 SemiBold" pitchFamily="2" charset="-127"/>
                    <a:ea typeface="프리젠테이션 6 SemiBold" pitchFamily="2" charset="-127"/>
                  </a:rPr>
                  <a:t>버튼 시나리오 </a:t>
                </a:r>
                <a:endParaRPr lang="en-US" altLang="ko-KR" sz="1600" dirty="0"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sz="1600" dirty="0">
                    <a:latin typeface="프리젠테이션 6 SemiBold" pitchFamily="2" charset="-127"/>
                    <a:ea typeface="프리젠테이션 6 SemiBold" pitchFamily="2" charset="-127"/>
                  </a:rPr>
                  <a:t>진행 데이터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7844F65-2C32-4CEA-86B2-99EC329B1E72}"/>
                  </a:ext>
                </a:extLst>
              </p:cNvPr>
              <p:cNvSpPr txBox="1"/>
              <p:nvPr/>
            </p:nvSpPr>
            <p:spPr>
              <a:xfrm>
                <a:off x="1025418" y="8520419"/>
                <a:ext cx="84359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>
                    <a:latin typeface="프리젠테이션 6 SemiBold" pitchFamily="2" charset="-127"/>
                    <a:ea typeface="프리젠테이션 6 SemiBold" pitchFamily="2" charset="-127"/>
                  </a:rPr>
                  <a:t>대화 이력</a:t>
                </a:r>
                <a:endParaRPr lang="en-US" altLang="ko-KR" sz="1600" dirty="0"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32" name="사각형: 둥근 모서리 31">
                <a:extLst>
                  <a:ext uri="{FF2B5EF4-FFF2-40B4-BE49-F238E27FC236}">
                    <a16:creationId xmlns:a16="http://schemas.microsoft.com/office/drawing/2014/main" id="{42E8F4D7-AA82-488D-AF02-E56E2B1124B0}"/>
                  </a:ext>
                </a:extLst>
              </p:cNvPr>
              <p:cNvSpPr/>
              <p:nvPr/>
            </p:nvSpPr>
            <p:spPr>
              <a:xfrm>
                <a:off x="6580566" y="9533157"/>
                <a:ext cx="3192566" cy="937896"/>
              </a:xfrm>
              <a:prstGeom prst="roundRect">
                <a:avLst>
                  <a:gd name="adj" fmla="val 4227"/>
                </a:avLst>
              </a:prstGeom>
              <a:solidFill>
                <a:schemeClr val="bg1"/>
              </a:solidFill>
              <a:ln w="28575"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dirty="0"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BBE2A07A-2612-451C-A1BA-3FD50ACF186E}"/>
                  </a:ext>
                </a:extLst>
              </p:cNvPr>
              <p:cNvSpPr/>
              <p:nvPr/>
            </p:nvSpPr>
            <p:spPr>
              <a:xfrm>
                <a:off x="8322545" y="9729725"/>
                <a:ext cx="1234042" cy="55870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오프라인 </a:t>
                </a:r>
                <a:endParaRPr lang="en-US" altLang="ko-KR" dirty="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대응</a:t>
                </a:r>
                <a:r>
                  <a: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 UI</a:t>
                </a:r>
                <a:endParaRPr lang="ko-KR" altLang="en-US" dirty="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169F33BF-38BB-46AD-B587-FE6E071BB79D}"/>
                  </a:ext>
                </a:extLst>
              </p:cNvPr>
              <p:cNvSpPr/>
              <p:nvPr/>
            </p:nvSpPr>
            <p:spPr>
              <a:xfrm>
                <a:off x="6780487" y="9734355"/>
                <a:ext cx="1234042" cy="55017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일반상황</a:t>
                </a:r>
                <a:endParaRPr lang="en-US" altLang="ko-KR" dirty="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UI</a:t>
                </a:r>
                <a:endParaRPr lang="ko-KR" altLang="en-US" dirty="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BCE043-36E0-46BA-9596-1BA1827C9ECC}"/>
                  </a:ext>
                </a:extLst>
              </p:cNvPr>
              <p:cNvSpPr txBox="1"/>
              <p:nvPr/>
            </p:nvSpPr>
            <p:spPr>
              <a:xfrm>
                <a:off x="7733891" y="9337906"/>
                <a:ext cx="884221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프리젠테이션 6 SemiBold" pitchFamily="2" charset="-127"/>
                    <a:ea typeface="프리젠테이션 6 SemiBold" pitchFamily="2" charset="-127"/>
                  </a:rPr>
                  <a:t>챗봇 </a:t>
                </a:r>
                <a:r>
                  <a:rPr lang="en-US" altLang="ko-KR" dirty="0">
                    <a:latin typeface="프리젠테이션 6 SemiBold" pitchFamily="2" charset="-127"/>
                    <a:ea typeface="프리젠테이션 6 SemiBold" pitchFamily="2" charset="-127"/>
                  </a:rPr>
                  <a:t>UI</a:t>
                </a:r>
                <a:endParaRPr lang="ko-KR" altLang="en-US" dirty="0"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B75354-2506-4F8D-BA42-EE3DBA3576AD}"/>
                  </a:ext>
                </a:extLst>
              </p:cNvPr>
              <p:cNvSpPr txBox="1"/>
              <p:nvPr/>
            </p:nvSpPr>
            <p:spPr>
              <a:xfrm>
                <a:off x="4530769" y="9358899"/>
                <a:ext cx="140615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오프라인 운용</a:t>
                </a:r>
                <a:endParaRPr lang="en-US" altLang="ko-KR" sz="2000" dirty="0"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데이터</a:t>
                </a:r>
              </a:p>
            </p:txBody>
          </p:sp>
          <p:grpSp>
            <p:nvGrpSpPr>
              <p:cNvPr id="176" name="그룹 175">
                <a:extLst>
                  <a:ext uri="{FF2B5EF4-FFF2-40B4-BE49-F238E27FC236}">
                    <a16:creationId xmlns:a16="http://schemas.microsoft.com/office/drawing/2014/main" id="{542713D0-EDBC-452C-A553-0ABDD45CD95F}"/>
                  </a:ext>
                </a:extLst>
              </p:cNvPr>
              <p:cNvGrpSpPr/>
              <p:nvPr/>
            </p:nvGrpSpPr>
            <p:grpSpPr>
              <a:xfrm>
                <a:off x="6580566" y="4575119"/>
                <a:ext cx="2121003" cy="4427390"/>
                <a:chOff x="10396436" y="3135256"/>
                <a:chExt cx="2121002" cy="4427390"/>
              </a:xfrm>
            </p:grpSpPr>
            <p:sp>
              <p:nvSpPr>
                <p:cNvPr id="7" name="사각형: 둥근 모서리 6">
                  <a:extLst>
                    <a:ext uri="{FF2B5EF4-FFF2-40B4-BE49-F238E27FC236}">
                      <a16:creationId xmlns:a16="http://schemas.microsoft.com/office/drawing/2014/main" id="{6539806F-94BE-46D9-BF46-8510874E4947}"/>
                    </a:ext>
                  </a:extLst>
                </p:cNvPr>
                <p:cNvSpPr/>
                <p:nvPr/>
              </p:nvSpPr>
              <p:spPr>
                <a:xfrm>
                  <a:off x="10396436" y="3483456"/>
                  <a:ext cx="2121002" cy="4079190"/>
                </a:xfrm>
                <a:prstGeom prst="roundRect">
                  <a:avLst>
                    <a:gd name="adj" fmla="val 4227"/>
                  </a:avLst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2FE2C6A-1005-43E4-B067-04180F2917C8}"/>
                    </a:ext>
                  </a:extLst>
                </p:cNvPr>
                <p:cNvSpPr txBox="1"/>
                <p:nvPr/>
              </p:nvSpPr>
              <p:spPr>
                <a:xfrm>
                  <a:off x="10948226" y="3135256"/>
                  <a:ext cx="1017423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챗봇 응답 </a:t>
                  </a:r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지원 도구</a:t>
                  </a:r>
                </a:p>
              </p:txBody>
            </p:sp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61A7740C-E9BF-4FAF-B424-8FD511D68560}"/>
                    </a:ext>
                  </a:extLst>
                </p:cNvPr>
                <p:cNvSpPr/>
                <p:nvPr/>
              </p:nvSpPr>
              <p:spPr>
                <a:xfrm>
                  <a:off x="10582878" y="4531811"/>
                  <a:ext cx="1748118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버튼 시나리오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처리 도구</a:t>
                  </a:r>
                </a:p>
              </p:txBody>
            </p: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351DF8BC-853F-4091-9B16-2727BA1530CC}"/>
                    </a:ext>
                  </a:extLst>
                </p:cNvPr>
                <p:cNvSpPr/>
                <p:nvPr/>
              </p:nvSpPr>
              <p:spPr>
                <a:xfrm>
                  <a:off x="10577209" y="3801283"/>
                  <a:ext cx="1759456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RAG 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기반 </a:t>
                  </a:r>
                  <a:b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</a:b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응답 처리 도구</a:t>
                  </a:r>
                </a:p>
              </p:txBody>
            </p:sp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4D30705C-BE02-4213-8C78-B6B25F2305D0}"/>
                    </a:ext>
                  </a:extLst>
                </p:cNvPr>
                <p:cNvSpPr/>
                <p:nvPr/>
              </p:nvSpPr>
              <p:spPr>
                <a:xfrm>
                  <a:off x="10582878" y="5262339"/>
                  <a:ext cx="1748118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인</a:t>
                  </a:r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-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메모리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FAQ 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처리 도구</a:t>
                  </a:r>
                </a:p>
              </p:txBody>
            </p: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9FDAB84C-DD1D-44A6-808B-852A44D8CEA4}"/>
                    </a:ext>
                  </a:extLst>
                </p:cNvPr>
                <p:cNvSpPr/>
                <p:nvPr/>
              </p:nvSpPr>
              <p:spPr>
                <a:xfrm>
                  <a:off x="10582878" y="5992867"/>
                  <a:ext cx="1748118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사용자 질의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개선 도구</a:t>
                  </a:r>
                </a:p>
              </p:txBody>
            </p: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40700AC9-13DB-4273-AFA8-72BEB6441743}"/>
                    </a:ext>
                  </a:extLst>
                </p:cNvPr>
                <p:cNvSpPr/>
                <p:nvPr/>
              </p:nvSpPr>
              <p:spPr>
                <a:xfrm>
                  <a:off x="10582878" y="6723396"/>
                  <a:ext cx="1748118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웹 기반</a:t>
                  </a:r>
                  <a:b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</a:b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응답 처리 도구</a:t>
                  </a:r>
                </a:p>
              </p:txBody>
            </p:sp>
          </p:grpSp>
          <p:grpSp>
            <p:nvGrpSpPr>
              <p:cNvPr id="125" name="그룹 124">
                <a:extLst>
                  <a:ext uri="{FF2B5EF4-FFF2-40B4-BE49-F238E27FC236}">
                    <a16:creationId xmlns:a16="http://schemas.microsoft.com/office/drawing/2014/main" id="{3D20DDEF-B245-43C0-A97E-86BE262D1093}"/>
                  </a:ext>
                </a:extLst>
              </p:cNvPr>
              <p:cNvGrpSpPr/>
              <p:nvPr/>
            </p:nvGrpSpPr>
            <p:grpSpPr>
              <a:xfrm>
                <a:off x="12308602" y="4786575"/>
                <a:ext cx="2130884" cy="4210146"/>
                <a:chOff x="12308602" y="4792363"/>
                <a:chExt cx="2130884" cy="4210146"/>
              </a:xfrm>
            </p:grpSpPr>
            <p:sp>
              <p:nvSpPr>
                <p:cNvPr id="41" name="사각형: 둥근 모서리 40">
                  <a:extLst>
                    <a:ext uri="{FF2B5EF4-FFF2-40B4-BE49-F238E27FC236}">
                      <a16:creationId xmlns:a16="http://schemas.microsoft.com/office/drawing/2014/main" id="{34D43795-7207-4E7E-B3CD-6A7EE7BF703C}"/>
                    </a:ext>
                  </a:extLst>
                </p:cNvPr>
                <p:cNvSpPr/>
                <p:nvPr/>
              </p:nvSpPr>
              <p:spPr>
                <a:xfrm>
                  <a:off x="12308602" y="4977229"/>
                  <a:ext cx="2130884" cy="4025280"/>
                </a:xfrm>
                <a:prstGeom prst="roundRect">
                  <a:avLst>
                    <a:gd name="adj" fmla="val 4227"/>
                  </a:avLst>
                </a:prstGeom>
                <a:noFill/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65CA4A95-649B-4F93-9126-F73A562F0A3E}"/>
                    </a:ext>
                  </a:extLst>
                </p:cNvPr>
                <p:cNvSpPr/>
                <p:nvPr/>
              </p:nvSpPr>
              <p:spPr>
                <a:xfrm>
                  <a:off x="12537493" y="5974819"/>
                  <a:ext cx="1673102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버튼 시나리오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관리도구</a:t>
                  </a:r>
                </a:p>
              </p:txBody>
            </p:sp>
            <p:sp>
              <p:nvSpPr>
                <p:cNvPr id="44" name="직사각형 43">
                  <a:extLst>
                    <a:ext uri="{FF2B5EF4-FFF2-40B4-BE49-F238E27FC236}">
                      <a16:creationId xmlns:a16="http://schemas.microsoft.com/office/drawing/2014/main" id="{F96B345E-87BD-4278-AEB6-60F0E1BDE38A}"/>
                    </a:ext>
                  </a:extLst>
                </p:cNvPr>
                <p:cNvSpPr/>
                <p:nvPr/>
              </p:nvSpPr>
              <p:spPr>
                <a:xfrm>
                  <a:off x="12532068" y="5239863"/>
                  <a:ext cx="1683953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RAG 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문서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관리도구</a:t>
                  </a:r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025984C5-ECDE-40DD-8808-B281460149A4}"/>
                    </a:ext>
                  </a:extLst>
                </p:cNvPr>
                <p:cNvSpPr/>
                <p:nvPr/>
              </p:nvSpPr>
              <p:spPr>
                <a:xfrm>
                  <a:off x="12537493" y="6709775"/>
                  <a:ext cx="1673102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FAQ 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데이터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관리도구</a:t>
                  </a:r>
                </a:p>
              </p:txBody>
            </p:sp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D9D744B2-227E-4636-AF6D-E0B4B741ABB4}"/>
                    </a:ext>
                  </a:extLst>
                </p:cNvPr>
                <p:cNvSpPr/>
                <p:nvPr/>
              </p:nvSpPr>
              <p:spPr>
                <a:xfrm>
                  <a:off x="12537493" y="7444731"/>
                  <a:ext cx="1673102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대화 이력 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관리 도구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6B601678-46DC-4C78-A1F7-BE8A1A63977F}"/>
                    </a:ext>
                  </a:extLst>
                </p:cNvPr>
                <p:cNvSpPr/>
                <p:nvPr/>
              </p:nvSpPr>
              <p:spPr>
                <a:xfrm>
                  <a:off x="12537493" y="8179686"/>
                  <a:ext cx="1673102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웹 검색 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설정 도구</a:t>
                  </a: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28C1497B-D47C-4ABF-A461-0572955E15C1}"/>
                    </a:ext>
                  </a:extLst>
                </p:cNvPr>
                <p:cNvSpPr txBox="1"/>
                <p:nvPr/>
              </p:nvSpPr>
              <p:spPr>
                <a:xfrm>
                  <a:off x="12725356" y="4792363"/>
                  <a:ext cx="1297377" cy="3693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관리자 도구</a:t>
                  </a:r>
                </a:p>
              </p:txBody>
            </p:sp>
          </p:grpSp>
          <p:grpSp>
            <p:nvGrpSpPr>
              <p:cNvPr id="130" name="그룹 129">
                <a:extLst>
                  <a:ext uri="{FF2B5EF4-FFF2-40B4-BE49-F238E27FC236}">
                    <a16:creationId xmlns:a16="http://schemas.microsoft.com/office/drawing/2014/main" id="{2E972981-2FA7-48A0-A741-96E87E8A115F}"/>
                  </a:ext>
                </a:extLst>
              </p:cNvPr>
              <p:cNvGrpSpPr/>
              <p:nvPr/>
            </p:nvGrpSpPr>
            <p:grpSpPr>
              <a:xfrm>
                <a:off x="9748852" y="4580316"/>
                <a:ext cx="1324620" cy="4422667"/>
                <a:chOff x="9748852" y="4580316"/>
                <a:chExt cx="1324620" cy="4422667"/>
              </a:xfrm>
            </p:grpSpPr>
            <p:sp>
              <p:nvSpPr>
                <p:cNvPr id="39" name="사각형: 둥근 모서리 38">
                  <a:extLst>
                    <a:ext uri="{FF2B5EF4-FFF2-40B4-BE49-F238E27FC236}">
                      <a16:creationId xmlns:a16="http://schemas.microsoft.com/office/drawing/2014/main" id="{2585D4A5-A0C3-40F6-A922-2C4DC2CEEF70}"/>
                    </a:ext>
                  </a:extLst>
                </p:cNvPr>
                <p:cNvSpPr/>
                <p:nvPr/>
              </p:nvSpPr>
              <p:spPr>
                <a:xfrm>
                  <a:off x="9748852" y="5008275"/>
                  <a:ext cx="1324620" cy="3994234"/>
                </a:xfrm>
                <a:prstGeom prst="roundRect">
                  <a:avLst>
                    <a:gd name="adj" fmla="val 4227"/>
                  </a:avLst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25BB1C35-3D52-4A74-B3F4-020B415B6F3F}"/>
                    </a:ext>
                  </a:extLst>
                </p:cNvPr>
                <p:cNvSpPr txBox="1"/>
                <p:nvPr/>
              </p:nvSpPr>
              <p:spPr>
                <a:xfrm>
                  <a:off x="9959362" y="4580316"/>
                  <a:ext cx="903600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데이터</a:t>
                  </a:r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저장소</a:t>
                  </a:r>
                </a:p>
              </p:txBody>
            </p:sp>
            <p:grpSp>
              <p:nvGrpSpPr>
                <p:cNvPr id="48" name="그룹 47">
                  <a:extLst>
                    <a:ext uri="{FF2B5EF4-FFF2-40B4-BE49-F238E27FC236}">
                      <a16:creationId xmlns:a16="http://schemas.microsoft.com/office/drawing/2014/main" id="{8A4C48AB-C6EC-49F7-B33D-5F2C68466BCE}"/>
                    </a:ext>
                  </a:extLst>
                </p:cNvPr>
                <p:cNvGrpSpPr/>
                <p:nvPr/>
              </p:nvGrpSpPr>
              <p:grpSpPr>
                <a:xfrm>
                  <a:off x="9856368" y="5147938"/>
                  <a:ext cx="1109598" cy="894529"/>
                  <a:chOff x="7515538" y="2907280"/>
                  <a:chExt cx="1109599" cy="894530"/>
                </a:xfrm>
              </p:grpSpPr>
              <p:pic>
                <p:nvPicPr>
                  <p:cNvPr id="49" name="그래픽 48" descr="데이터베이스 단색으로 채워진">
                    <a:extLst>
                      <a:ext uri="{FF2B5EF4-FFF2-40B4-BE49-F238E27FC236}">
                        <a16:creationId xmlns:a16="http://schemas.microsoft.com/office/drawing/2014/main" id="{5026B855-D712-4AF5-A081-C808E03147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57265" y="2907280"/>
                    <a:ext cx="626144" cy="626144"/>
                  </a:xfrm>
                  <a:prstGeom prst="rect">
                    <a:avLst/>
                  </a:prstGeom>
                </p:spPr>
              </p:pic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ACC6DE81-0C9E-4C48-9899-EF80881E0505}"/>
                      </a:ext>
                    </a:extLst>
                  </p:cNvPr>
                  <p:cNvSpPr txBox="1"/>
                  <p:nvPr/>
                </p:nvSpPr>
                <p:spPr>
                  <a:xfrm>
                    <a:off x="7515538" y="3432478"/>
                    <a:ext cx="110959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ko-KR" altLang="en-US" dirty="0">
                        <a:latin typeface="프리젠테이션 6 SemiBold" pitchFamily="2" charset="-127"/>
                        <a:ea typeface="프리젠테이션 6 SemiBold" pitchFamily="2" charset="-127"/>
                      </a:rPr>
                      <a:t>문서 데이터</a:t>
                    </a:r>
                    <a:endParaRPr lang="en-US" altLang="ko-KR" dirty="0">
                      <a:latin typeface="프리젠테이션 6 SemiBold" pitchFamily="2" charset="-127"/>
                      <a:ea typeface="프리젠테이션 6 SemiBold" pitchFamily="2" charset="-127"/>
                    </a:endParaRPr>
                  </a:p>
                </p:txBody>
              </p:sp>
            </p:grpSp>
            <p:grpSp>
              <p:nvGrpSpPr>
                <p:cNvPr id="51" name="그룹 50">
                  <a:extLst>
                    <a:ext uri="{FF2B5EF4-FFF2-40B4-BE49-F238E27FC236}">
                      <a16:creationId xmlns:a16="http://schemas.microsoft.com/office/drawing/2014/main" id="{9B29CBAA-A73D-455D-A72B-80C63A25EAFF}"/>
                    </a:ext>
                  </a:extLst>
                </p:cNvPr>
                <p:cNvGrpSpPr/>
                <p:nvPr/>
              </p:nvGrpSpPr>
              <p:grpSpPr>
                <a:xfrm>
                  <a:off x="9768196" y="5948416"/>
                  <a:ext cx="1285928" cy="1171529"/>
                  <a:chOff x="7427375" y="2907280"/>
                  <a:chExt cx="1285928" cy="1171530"/>
                </a:xfrm>
              </p:grpSpPr>
              <p:pic>
                <p:nvPicPr>
                  <p:cNvPr id="52" name="그래픽 51" descr="데이터베이스 단색으로 채워진">
                    <a:extLst>
                      <a:ext uri="{FF2B5EF4-FFF2-40B4-BE49-F238E27FC236}">
                        <a16:creationId xmlns:a16="http://schemas.microsoft.com/office/drawing/2014/main" id="{8AF64E8F-1F68-4BC0-8BE4-9AEC1E3A31C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57265" y="2907280"/>
                    <a:ext cx="626144" cy="626144"/>
                  </a:xfrm>
                  <a:prstGeom prst="rect">
                    <a:avLst/>
                  </a:prstGeom>
                </p:spPr>
              </p:pic>
              <p:sp>
                <p:nvSpPr>
                  <p:cNvPr id="53" name="TextBox 52">
                    <a:extLst>
                      <a:ext uri="{FF2B5EF4-FFF2-40B4-BE49-F238E27FC236}">
                        <a16:creationId xmlns:a16="http://schemas.microsoft.com/office/drawing/2014/main" id="{A1ACB8B3-DB9D-4E23-A532-B8B9A3D37E7E}"/>
                      </a:ext>
                    </a:extLst>
                  </p:cNvPr>
                  <p:cNvSpPr txBox="1"/>
                  <p:nvPr/>
                </p:nvSpPr>
                <p:spPr>
                  <a:xfrm>
                    <a:off x="7427375" y="3432478"/>
                    <a:ext cx="1285928" cy="646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ko-KR" altLang="en-US" dirty="0">
                        <a:latin typeface="프리젠테이션 6 SemiBold" pitchFamily="2" charset="-127"/>
                        <a:ea typeface="프리젠테이션 6 SemiBold" pitchFamily="2" charset="-127"/>
                      </a:rPr>
                      <a:t>버튼 시나리오</a:t>
                    </a:r>
                    <a:endParaRPr lang="en-US" altLang="ko-KR" dirty="0">
                      <a:latin typeface="프리젠테이션 6 SemiBold" pitchFamily="2" charset="-127"/>
                      <a:ea typeface="프리젠테이션 6 SemiBold" pitchFamily="2" charset="-127"/>
                    </a:endParaRPr>
                  </a:p>
                  <a:p>
                    <a:pPr algn="ctr"/>
                    <a:r>
                      <a:rPr lang="ko-KR" altLang="en-US" dirty="0">
                        <a:latin typeface="프리젠테이션 6 SemiBold" pitchFamily="2" charset="-127"/>
                        <a:ea typeface="프리젠테이션 6 SemiBold" pitchFamily="2" charset="-127"/>
                      </a:rPr>
                      <a:t>데이터</a:t>
                    </a:r>
                    <a:endParaRPr lang="en-US" altLang="ko-KR" dirty="0">
                      <a:latin typeface="프리젠테이션 6 SemiBold" pitchFamily="2" charset="-127"/>
                      <a:ea typeface="프리젠테이션 6 SemiBold" pitchFamily="2" charset="-127"/>
                    </a:endParaRPr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D3753C54-6AD7-490B-9816-39E752C6242A}"/>
                    </a:ext>
                  </a:extLst>
                </p:cNvPr>
                <p:cNvGrpSpPr/>
                <p:nvPr/>
              </p:nvGrpSpPr>
              <p:grpSpPr>
                <a:xfrm>
                  <a:off x="9827130" y="7013633"/>
                  <a:ext cx="1168076" cy="894529"/>
                  <a:chOff x="7486301" y="2907280"/>
                  <a:chExt cx="1168076" cy="894530"/>
                </a:xfrm>
              </p:grpSpPr>
              <p:pic>
                <p:nvPicPr>
                  <p:cNvPr id="55" name="그래픽 54" descr="데이터베이스 단색으로 채워진">
                    <a:extLst>
                      <a:ext uri="{FF2B5EF4-FFF2-40B4-BE49-F238E27FC236}">
                        <a16:creationId xmlns:a16="http://schemas.microsoft.com/office/drawing/2014/main" id="{96EDA39A-4C29-4B20-88B5-86C931BF329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57265" y="2907280"/>
                    <a:ext cx="626144" cy="626144"/>
                  </a:xfrm>
                  <a:prstGeom prst="rect">
                    <a:avLst/>
                  </a:prstGeom>
                </p:spPr>
              </p:pic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22DD2890-9E75-4B32-A95B-A20DD460E059}"/>
                      </a:ext>
                    </a:extLst>
                  </p:cNvPr>
                  <p:cNvSpPr txBox="1"/>
                  <p:nvPr/>
                </p:nvSpPr>
                <p:spPr>
                  <a:xfrm>
                    <a:off x="7486301" y="3432478"/>
                    <a:ext cx="116807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altLang="ko-KR" dirty="0">
                        <a:latin typeface="프리젠테이션 6 SemiBold" pitchFamily="2" charset="-127"/>
                        <a:ea typeface="프리젠테이션 6 SemiBold" pitchFamily="2" charset="-127"/>
                      </a:rPr>
                      <a:t>FAQ </a:t>
                    </a:r>
                    <a:r>
                      <a:rPr lang="ko-KR" altLang="en-US" dirty="0">
                        <a:latin typeface="프리젠테이션 6 SemiBold" pitchFamily="2" charset="-127"/>
                        <a:ea typeface="프리젠테이션 6 SemiBold" pitchFamily="2" charset="-127"/>
                      </a:rPr>
                      <a:t>데이터</a:t>
                    </a:r>
                    <a:endParaRPr lang="en-US" altLang="ko-KR" dirty="0">
                      <a:latin typeface="프리젠테이션 6 SemiBold" pitchFamily="2" charset="-127"/>
                      <a:ea typeface="프리젠테이션 6 SemiBold" pitchFamily="2" charset="-127"/>
                    </a:endParaRPr>
                  </a:p>
                </p:txBody>
              </p:sp>
            </p:grpSp>
            <p:grpSp>
              <p:nvGrpSpPr>
                <p:cNvPr id="57" name="그룹 56">
                  <a:extLst>
                    <a:ext uri="{FF2B5EF4-FFF2-40B4-BE49-F238E27FC236}">
                      <a16:creationId xmlns:a16="http://schemas.microsoft.com/office/drawing/2014/main" id="{D1E6DABA-CF2A-4943-B43C-6C9E09C5987C}"/>
                    </a:ext>
                  </a:extLst>
                </p:cNvPr>
                <p:cNvGrpSpPr/>
                <p:nvPr/>
              </p:nvGrpSpPr>
              <p:grpSpPr>
                <a:xfrm>
                  <a:off x="9972315" y="7831454"/>
                  <a:ext cx="889987" cy="1171529"/>
                  <a:chOff x="7625345" y="2907280"/>
                  <a:chExt cx="889987" cy="1171530"/>
                </a:xfrm>
              </p:grpSpPr>
              <p:pic>
                <p:nvPicPr>
                  <p:cNvPr id="58" name="그래픽 57" descr="데이터베이스 단색으로 채워진">
                    <a:extLst>
                      <a:ext uri="{FF2B5EF4-FFF2-40B4-BE49-F238E27FC236}">
                        <a16:creationId xmlns:a16="http://schemas.microsoft.com/office/drawing/2014/main" id="{E99242DC-E1F7-4765-98AD-3805CE2CDA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57265" y="2907280"/>
                    <a:ext cx="626144" cy="626144"/>
                  </a:xfrm>
                  <a:prstGeom prst="rect">
                    <a:avLst/>
                  </a:prstGeom>
                </p:spPr>
              </p:pic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26D33E90-F171-4B7B-8AAF-AEA6CB784D57}"/>
                      </a:ext>
                    </a:extLst>
                  </p:cNvPr>
                  <p:cNvSpPr txBox="1"/>
                  <p:nvPr/>
                </p:nvSpPr>
                <p:spPr>
                  <a:xfrm>
                    <a:off x="7625345" y="3432478"/>
                    <a:ext cx="889987" cy="646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ko-KR" altLang="en-US" dirty="0">
                        <a:latin typeface="프리젠테이션 6 SemiBold" pitchFamily="2" charset="-127"/>
                        <a:ea typeface="프리젠테이션 6 SemiBold" pitchFamily="2" charset="-127"/>
                      </a:rPr>
                      <a:t>대화이력</a:t>
                    </a:r>
                    <a:endParaRPr lang="en-US" altLang="ko-KR" dirty="0">
                      <a:latin typeface="프리젠테이션 6 SemiBold" pitchFamily="2" charset="-127"/>
                      <a:ea typeface="프리젠테이션 6 SemiBold" pitchFamily="2" charset="-127"/>
                    </a:endParaRPr>
                  </a:p>
                  <a:p>
                    <a:pPr algn="ctr"/>
                    <a:r>
                      <a:rPr lang="ko-KR" altLang="en-US" dirty="0">
                        <a:latin typeface="프리젠테이션 6 SemiBold" pitchFamily="2" charset="-127"/>
                        <a:ea typeface="프리젠테이션 6 SemiBold" pitchFamily="2" charset="-127"/>
                      </a:rPr>
                      <a:t>데이터</a:t>
                    </a:r>
                    <a:endParaRPr lang="en-US" altLang="ko-KR" dirty="0">
                      <a:latin typeface="프리젠테이션 6 SemiBold" pitchFamily="2" charset="-127"/>
                      <a:ea typeface="프리젠테이션 6 SemiBold" pitchFamily="2" charset="-127"/>
                    </a:endParaRPr>
                  </a:p>
                </p:txBody>
              </p:sp>
            </p:grpSp>
          </p:grpSp>
          <p:cxnSp>
            <p:nvCxnSpPr>
              <p:cNvPr id="60" name="연결선: 꺾임 59">
                <a:extLst>
                  <a:ext uri="{FF2B5EF4-FFF2-40B4-BE49-F238E27FC236}">
                    <a16:creationId xmlns:a16="http://schemas.microsoft.com/office/drawing/2014/main" id="{6292AEF1-7BA0-44C6-AFDA-85DA9840D1B6}"/>
                  </a:ext>
                </a:extLst>
              </p:cNvPr>
              <p:cNvCxnSpPr>
                <a:cxnSpLocks/>
                <a:stCxn id="47" idx="2"/>
                <a:endCxn id="38" idx="2"/>
              </p:cNvCxnSpPr>
              <p:nvPr/>
            </p:nvCxnSpPr>
            <p:spPr>
              <a:xfrm rot="5400000" flipH="1">
                <a:off x="10502236" y="5920181"/>
                <a:ext cx="10639" cy="5732976"/>
              </a:xfrm>
              <a:prstGeom prst="bentConnector3">
                <a:avLst>
                  <a:gd name="adj1" fmla="val -4727155"/>
                </a:avLst>
              </a:prstGeom>
              <a:ln w="28575">
                <a:solidFill>
                  <a:schemeClr val="bg2">
                    <a:lumMod val="10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화살표 연결선 60">
                <a:extLst>
                  <a:ext uri="{FF2B5EF4-FFF2-40B4-BE49-F238E27FC236}">
                    <a16:creationId xmlns:a16="http://schemas.microsoft.com/office/drawing/2014/main" id="{8D54D64B-DCDA-46FD-97A3-A304EBAC5788}"/>
                  </a:ext>
                </a:extLst>
              </p:cNvPr>
              <p:cNvCxnSpPr>
                <a:cxnSpLocks/>
                <a:stCxn id="44" idx="1"/>
                <a:endCxn id="49" idx="3"/>
              </p:cNvCxnSpPr>
              <p:nvPr/>
            </p:nvCxnSpPr>
            <p:spPr>
              <a:xfrm flipH="1" flipV="1">
                <a:off x="10724238" y="5461010"/>
                <a:ext cx="1807830" cy="82110"/>
              </a:xfrm>
              <a:prstGeom prst="straightConnector1">
                <a:avLst/>
              </a:prstGeom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화살표 연결선 61">
                <a:extLst>
                  <a:ext uri="{FF2B5EF4-FFF2-40B4-BE49-F238E27FC236}">
                    <a16:creationId xmlns:a16="http://schemas.microsoft.com/office/drawing/2014/main" id="{41503BFC-AA50-475B-8269-63DEA6A44986}"/>
                  </a:ext>
                </a:extLst>
              </p:cNvPr>
              <p:cNvCxnSpPr>
                <a:cxnSpLocks/>
                <a:stCxn id="43" idx="1"/>
                <a:endCxn id="52" idx="3"/>
              </p:cNvCxnSpPr>
              <p:nvPr/>
            </p:nvCxnSpPr>
            <p:spPr>
              <a:xfrm flipH="1" flipV="1">
                <a:off x="10724230" y="6261488"/>
                <a:ext cx="1813263" cy="16588"/>
              </a:xfrm>
              <a:prstGeom prst="straightConnector1">
                <a:avLst/>
              </a:prstGeom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직선 화살표 연결선 62">
                <a:extLst>
                  <a:ext uri="{FF2B5EF4-FFF2-40B4-BE49-F238E27FC236}">
                    <a16:creationId xmlns:a16="http://schemas.microsoft.com/office/drawing/2014/main" id="{2CA81292-225E-47E7-9D0B-6B6307322FB0}"/>
                  </a:ext>
                </a:extLst>
              </p:cNvPr>
              <p:cNvCxnSpPr>
                <a:cxnSpLocks/>
                <a:stCxn id="45" idx="1"/>
                <a:endCxn id="55" idx="3"/>
              </p:cNvCxnSpPr>
              <p:nvPr/>
            </p:nvCxnSpPr>
            <p:spPr>
              <a:xfrm flipH="1">
                <a:off x="10724238" y="7013032"/>
                <a:ext cx="1813255" cy="313673"/>
              </a:xfrm>
              <a:prstGeom prst="straightConnector1">
                <a:avLst/>
              </a:prstGeom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523DF400-BAA8-4565-AB45-8BCDF2C557E4}"/>
                  </a:ext>
                </a:extLst>
              </p:cNvPr>
              <p:cNvCxnSpPr>
                <a:cxnSpLocks/>
                <a:stCxn id="52" idx="1"/>
                <a:endCxn id="9" idx="3"/>
              </p:cNvCxnSpPr>
              <p:nvPr/>
            </p:nvCxnSpPr>
            <p:spPr>
              <a:xfrm flipH="1">
                <a:off x="8515127" y="6261488"/>
                <a:ext cx="1582959" cy="19231"/>
              </a:xfrm>
              <a:prstGeom prst="straightConnector1">
                <a:avLst/>
              </a:prstGeom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화살표 연결선 65">
                <a:extLst>
                  <a:ext uri="{FF2B5EF4-FFF2-40B4-BE49-F238E27FC236}">
                    <a16:creationId xmlns:a16="http://schemas.microsoft.com/office/drawing/2014/main" id="{A4CFF9AB-C329-4B6B-A647-0719101339CA}"/>
                  </a:ext>
                </a:extLst>
              </p:cNvPr>
              <p:cNvCxnSpPr>
                <a:cxnSpLocks/>
                <a:stCxn id="55" idx="1"/>
                <a:endCxn id="36" idx="3"/>
              </p:cNvCxnSpPr>
              <p:nvPr/>
            </p:nvCxnSpPr>
            <p:spPr>
              <a:xfrm flipH="1" flipV="1">
                <a:off x="8515127" y="7011247"/>
                <a:ext cx="1582967" cy="315458"/>
              </a:xfrm>
              <a:prstGeom prst="straightConnector1">
                <a:avLst/>
              </a:prstGeom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직선 화살표 연결선 66">
                <a:extLst>
                  <a:ext uri="{FF2B5EF4-FFF2-40B4-BE49-F238E27FC236}">
                    <a16:creationId xmlns:a16="http://schemas.microsoft.com/office/drawing/2014/main" id="{A2D0123D-F023-47F2-A8AF-B84B51BF00C3}"/>
                  </a:ext>
                </a:extLst>
              </p:cNvPr>
              <p:cNvCxnSpPr>
                <a:cxnSpLocks/>
                <a:stCxn id="49" idx="1"/>
                <a:endCxn id="10" idx="3"/>
              </p:cNvCxnSpPr>
              <p:nvPr/>
            </p:nvCxnSpPr>
            <p:spPr>
              <a:xfrm flipH="1">
                <a:off x="8520796" y="5461010"/>
                <a:ext cx="1577299" cy="89181"/>
              </a:xfrm>
              <a:prstGeom prst="straightConnector1">
                <a:avLst/>
              </a:prstGeom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6501927A-B8C2-4235-AD8F-6A06C7BFDF29}"/>
                  </a:ext>
                </a:extLst>
              </p:cNvPr>
              <p:cNvSpPr/>
              <p:nvPr/>
            </p:nvSpPr>
            <p:spPr>
              <a:xfrm>
                <a:off x="12532068" y="9729725"/>
                <a:ext cx="1534948" cy="55870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관리자 </a:t>
                </a:r>
                <a:endParaRPr lang="en-US" altLang="ko-KR" dirty="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rPr>
                  <a:t>UI</a:t>
                </a:r>
                <a:endParaRPr lang="ko-KR" altLang="en-US" dirty="0">
                  <a:solidFill>
                    <a:schemeClr val="tx1"/>
                  </a:solidFill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cxnSp>
            <p:nvCxnSpPr>
              <p:cNvPr id="74" name="직선 화살표 연결선 73">
                <a:extLst>
                  <a:ext uri="{FF2B5EF4-FFF2-40B4-BE49-F238E27FC236}">
                    <a16:creationId xmlns:a16="http://schemas.microsoft.com/office/drawing/2014/main" id="{28EB1418-4BBE-431C-BA07-3CBFA3B6B52A}"/>
                  </a:ext>
                </a:extLst>
              </p:cNvPr>
              <p:cNvCxnSpPr>
                <a:cxnSpLocks/>
                <a:stCxn id="27" idx="0"/>
                <a:endCxn id="97" idx="2"/>
              </p:cNvCxnSpPr>
              <p:nvPr/>
            </p:nvCxnSpPr>
            <p:spPr>
              <a:xfrm flipH="1" flipV="1">
                <a:off x="3504718" y="8217615"/>
                <a:ext cx="3800" cy="1484789"/>
              </a:xfrm>
              <a:prstGeom prst="straightConnector1">
                <a:avLst/>
              </a:prstGeom>
              <a:ln w="38100">
                <a:solidFill>
                  <a:schemeClr val="tx1">
                    <a:lumMod val="85000"/>
                    <a:lumOff val="1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5CE4CBD-7EB2-465A-BE8D-D6EA5089779B}"/>
                  </a:ext>
                </a:extLst>
              </p:cNvPr>
              <p:cNvSpPr txBox="1"/>
              <p:nvPr/>
            </p:nvSpPr>
            <p:spPr>
              <a:xfrm>
                <a:off x="2149597" y="8520418"/>
                <a:ext cx="94887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600">
                    <a:latin typeface="프리젠테이션 6 SemiBold" pitchFamily="2" charset="-127"/>
                    <a:ea typeface="프리젠테이션 6 SemiBold" pitchFamily="2" charset="-127"/>
                  </a:rPr>
                  <a:t>챗봇</a:t>
                </a:r>
                <a:r>
                  <a:rPr lang="en-US" altLang="ko-KR" sz="1600" dirty="0">
                    <a:latin typeface="프리젠테이션 6 SemiBold" pitchFamily="2" charset="-127"/>
                    <a:ea typeface="프리젠테이션 6 SemiBold" pitchFamily="2" charset="-127"/>
                  </a:rPr>
                  <a:t>UI</a:t>
                </a:r>
                <a:endParaRPr lang="ko-KR" altLang="en-US" sz="1600" dirty="0">
                  <a:latin typeface="프리젠테이션 6 SemiBold" pitchFamily="2" charset="-127"/>
                  <a:ea typeface="프리젠테이션 6 SemiBold" pitchFamily="2" charset="-127"/>
                </a:endParaRPr>
              </a:p>
            </p:txBody>
          </p: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8438359F-5E81-4A97-A196-A937FFF4F11A}"/>
                  </a:ext>
                </a:extLst>
              </p:cNvPr>
              <p:cNvCxnSpPr>
                <a:cxnSpLocks/>
                <a:stCxn id="25" idx="0"/>
                <a:endCxn id="92" idx="2"/>
              </p:cNvCxnSpPr>
              <p:nvPr/>
            </p:nvCxnSpPr>
            <p:spPr>
              <a:xfrm flipH="1" flipV="1">
                <a:off x="2257175" y="8217615"/>
                <a:ext cx="4581" cy="1484789"/>
              </a:xfrm>
              <a:prstGeom prst="straightConnector1">
                <a:avLst/>
              </a:prstGeom>
              <a:ln w="38100">
                <a:solidFill>
                  <a:schemeClr val="tx1">
                    <a:lumMod val="85000"/>
                    <a:lumOff val="15000"/>
                  </a:schemeClr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4" name="그룹 153">
                <a:extLst>
                  <a:ext uri="{FF2B5EF4-FFF2-40B4-BE49-F238E27FC236}">
                    <a16:creationId xmlns:a16="http://schemas.microsoft.com/office/drawing/2014/main" id="{5C2C582F-4509-42B6-AFBC-D1F6806399BF}"/>
                  </a:ext>
                </a:extLst>
              </p:cNvPr>
              <p:cNvGrpSpPr/>
              <p:nvPr/>
            </p:nvGrpSpPr>
            <p:grpSpPr>
              <a:xfrm>
                <a:off x="378735" y="2705597"/>
                <a:ext cx="3788567" cy="5520844"/>
                <a:chOff x="378735" y="2705597"/>
                <a:chExt cx="3788567" cy="5520844"/>
              </a:xfrm>
            </p:grpSpPr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24FA6F8A-B978-4653-AEFD-2DD150C0C2FF}"/>
                    </a:ext>
                  </a:extLst>
                </p:cNvPr>
                <p:cNvSpPr/>
                <p:nvPr/>
              </p:nvSpPr>
              <p:spPr>
                <a:xfrm>
                  <a:off x="378735" y="2705597"/>
                  <a:ext cx="3787833" cy="5520844"/>
                </a:xfrm>
                <a:prstGeom prst="roundRect">
                  <a:avLst>
                    <a:gd name="adj" fmla="val 12496"/>
                  </a:avLst>
                </a:prstGeom>
                <a:solidFill>
                  <a:schemeClr val="bg1">
                    <a:lumMod val="65000"/>
                  </a:schemeClr>
                </a:solid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2" name="사각형: 둥근 모서리 11">
                  <a:extLst>
                    <a:ext uri="{FF2B5EF4-FFF2-40B4-BE49-F238E27FC236}">
                      <a16:creationId xmlns:a16="http://schemas.microsoft.com/office/drawing/2014/main" id="{D8F88770-3729-417C-ACDE-4773D2DD6B2D}"/>
                    </a:ext>
                  </a:extLst>
                </p:cNvPr>
                <p:cNvSpPr/>
                <p:nvPr/>
              </p:nvSpPr>
              <p:spPr>
                <a:xfrm>
                  <a:off x="563680" y="3266730"/>
                  <a:ext cx="3417938" cy="4658880"/>
                </a:xfrm>
                <a:prstGeom prst="roundRect">
                  <a:avLst>
                    <a:gd name="adj" fmla="val 4048"/>
                  </a:avLst>
                </a:prstGeom>
                <a:pattFill prst="wdUpDiag">
                  <a:fgClr>
                    <a:schemeClr val="bg2">
                      <a:lumMod val="90000"/>
                    </a:schemeClr>
                  </a:fgClr>
                  <a:bgClr>
                    <a:schemeClr val="bg1"/>
                  </a:bgClr>
                </a:pattFill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3" name="사각형: 둥근 모서리 12">
                  <a:extLst>
                    <a:ext uri="{FF2B5EF4-FFF2-40B4-BE49-F238E27FC236}">
                      <a16:creationId xmlns:a16="http://schemas.microsoft.com/office/drawing/2014/main" id="{EFD453A6-DB20-4072-8A0F-D03AAEDC4291}"/>
                    </a:ext>
                  </a:extLst>
                </p:cNvPr>
                <p:cNvSpPr/>
                <p:nvPr/>
              </p:nvSpPr>
              <p:spPr>
                <a:xfrm>
                  <a:off x="658069" y="3477414"/>
                  <a:ext cx="1638110" cy="844250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안녕하세요</a:t>
                  </a:r>
                  <a:r>
                    <a:rPr lang="en-US" altLang="ko-KR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. </a:t>
                  </a:r>
                  <a:r>
                    <a:rPr lang="ko-KR" altLang="en-US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무엇을 도와드릴까요</a:t>
                  </a:r>
                  <a:r>
                    <a:rPr lang="en-US" altLang="ko-KR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?</a:t>
                  </a:r>
                  <a:endParaRPr lang="ko-KR" altLang="en-US" sz="1600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B9071B7-F368-4138-9E4F-F2CFA1662904}"/>
                    </a:ext>
                  </a:extLst>
                </p:cNvPr>
                <p:cNvSpPr txBox="1"/>
                <p:nvPr/>
              </p:nvSpPr>
              <p:spPr>
                <a:xfrm>
                  <a:off x="1049180" y="2797670"/>
                  <a:ext cx="246413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sz="2400" dirty="0">
                      <a:latin typeface="프리젠테이션 6 SemiBold" pitchFamily="2" charset="-127"/>
                      <a:ea typeface="프리젠테이션 6 SemiBold" pitchFamily="2" charset="-127"/>
                    </a:rPr>
                    <a:t>전산망 장애 상담 챗봇</a:t>
                  </a:r>
                </a:p>
              </p:txBody>
            </p:sp>
            <p:sp>
              <p:nvSpPr>
                <p:cNvPr id="15" name="사각형: 둥근 모서리 14">
                  <a:extLst>
                    <a:ext uri="{FF2B5EF4-FFF2-40B4-BE49-F238E27FC236}">
                      <a16:creationId xmlns:a16="http://schemas.microsoft.com/office/drawing/2014/main" id="{6A59F49F-2ABA-4DA0-98AF-B827E423A4A2}"/>
                    </a:ext>
                  </a:extLst>
                </p:cNvPr>
                <p:cNvSpPr/>
                <p:nvPr/>
              </p:nvSpPr>
              <p:spPr>
                <a:xfrm>
                  <a:off x="2219417" y="4398947"/>
                  <a:ext cx="1580077" cy="1577126"/>
                </a:xfrm>
                <a:prstGeom prst="roundRect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solidFill>
                    <a:schemeClr val="accent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spc="-81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지금 교내 </a:t>
                  </a:r>
                  <a:r>
                    <a:rPr lang="en-US" altLang="ko-KR" sz="1600" spc="-81" dirty="0" err="1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wifi</a:t>
                  </a:r>
                  <a:r>
                    <a:rPr lang="ko-KR" altLang="en-US" sz="1600" spc="-81" dirty="0" err="1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를</a:t>
                  </a:r>
                  <a:r>
                    <a:rPr lang="ko-KR" altLang="en-US" sz="1600" spc="-81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 설정하려고 하는데</a:t>
                  </a:r>
                  <a:r>
                    <a:rPr lang="en-US" altLang="ko-KR" sz="1600" spc="-81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, </a:t>
                  </a:r>
                  <a:r>
                    <a:rPr lang="ko-KR" altLang="en-US" sz="1600" spc="-81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학번과 비밀번호를 정확히 입력했는데 접속이 되지 않아</a:t>
                  </a:r>
                </a:p>
              </p:txBody>
            </p:sp>
            <p:sp>
              <p:nvSpPr>
                <p:cNvPr id="16" name="사각형: 둥근 모서리 15">
                  <a:extLst>
                    <a:ext uri="{FF2B5EF4-FFF2-40B4-BE49-F238E27FC236}">
                      <a16:creationId xmlns:a16="http://schemas.microsoft.com/office/drawing/2014/main" id="{AECEF919-F1E9-491C-A98A-B66B998B7D61}"/>
                    </a:ext>
                  </a:extLst>
                </p:cNvPr>
                <p:cNvSpPr/>
                <p:nvPr/>
              </p:nvSpPr>
              <p:spPr>
                <a:xfrm>
                  <a:off x="658069" y="6016377"/>
                  <a:ext cx="1638110" cy="1744483"/>
                </a:xfrm>
                <a:prstGeom prst="round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문제를 확인해보니</a:t>
                  </a:r>
                  <a:r>
                    <a:rPr lang="en-US" altLang="ko-KR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, </a:t>
                  </a:r>
                  <a:r>
                    <a:rPr lang="ko-KR" altLang="en-US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교내 포털에 해당 학번이 등록되지 않았습니다</a:t>
                  </a:r>
                  <a:r>
                    <a:rPr lang="en-US" altLang="ko-KR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. </a:t>
                  </a:r>
                  <a:r>
                    <a:rPr lang="ko-KR" altLang="en-US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해결 방법은 다음과 같습니다</a:t>
                  </a:r>
                  <a:r>
                    <a:rPr lang="en-US" altLang="ko-KR" sz="1600" dirty="0">
                      <a:latin typeface="프리젠테이션 6 SemiBold" pitchFamily="2" charset="-127"/>
                      <a:ea typeface="프리젠테이션 6 SemiBold" pitchFamily="2" charset="-127"/>
                    </a:rPr>
                    <a:t>. ……</a:t>
                  </a:r>
                  <a:endParaRPr lang="ko-KR" altLang="en-US" sz="1600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5546A7A8-6105-49DF-8463-279540C5B196}"/>
                    </a:ext>
                  </a:extLst>
                </p:cNvPr>
                <p:cNvSpPr txBox="1"/>
                <p:nvPr/>
              </p:nvSpPr>
              <p:spPr>
                <a:xfrm>
                  <a:off x="2138392" y="7848283"/>
                  <a:ext cx="2375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B1EE6A19-F436-48CE-93CE-373DF103BCD5}"/>
                    </a:ext>
                  </a:extLst>
                </p:cNvPr>
                <p:cNvSpPr txBox="1"/>
                <p:nvPr/>
              </p:nvSpPr>
              <p:spPr>
                <a:xfrm>
                  <a:off x="951484" y="7848283"/>
                  <a:ext cx="2375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BA33A992-918C-4C18-84EA-89C52772C331}"/>
                    </a:ext>
                  </a:extLst>
                </p:cNvPr>
                <p:cNvSpPr txBox="1"/>
                <p:nvPr/>
              </p:nvSpPr>
              <p:spPr>
                <a:xfrm>
                  <a:off x="3385935" y="7848283"/>
                  <a:ext cx="2375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6040258-5146-44D1-9D2F-0ACDED87B642}"/>
                    </a:ext>
                  </a:extLst>
                </p:cNvPr>
                <p:cNvSpPr txBox="1"/>
                <p:nvPr/>
              </p:nvSpPr>
              <p:spPr>
                <a:xfrm>
                  <a:off x="3929736" y="3774597"/>
                  <a:ext cx="2375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dirty="0"/>
                    <a:t> </a:t>
                  </a:r>
                  <a:endParaRPr lang="ko-KR" altLang="en-US" dirty="0"/>
                </a:p>
              </p:txBody>
            </p:sp>
          </p:grpSp>
          <p:cxnSp>
            <p:nvCxnSpPr>
              <p:cNvPr id="135" name="직선 화살표 연결선 134">
                <a:extLst>
                  <a:ext uri="{FF2B5EF4-FFF2-40B4-BE49-F238E27FC236}">
                    <a16:creationId xmlns:a16="http://schemas.microsoft.com/office/drawing/2014/main" id="{C782D054-1294-46DA-A624-96A652B89964}"/>
                  </a:ext>
                </a:extLst>
              </p:cNvPr>
              <p:cNvCxnSpPr>
                <a:cxnSpLocks/>
                <a:stCxn id="46" idx="1"/>
                <a:endCxn id="58" idx="3"/>
              </p:cNvCxnSpPr>
              <p:nvPr/>
            </p:nvCxnSpPr>
            <p:spPr>
              <a:xfrm flipH="1">
                <a:off x="10730379" y="7747988"/>
                <a:ext cx="1807114" cy="396538"/>
              </a:xfrm>
              <a:prstGeom prst="straightConnector1">
                <a:avLst/>
              </a:prstGeom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DB227F3-6A10-4C5B-B8EE-B1721A824CD1}"/>
                  </a:ext>
                </a:extLst>
              </p:cNvPr>
              <p:cNvSpPr txBox="1"/>
              <p:nvPr/>
            </p:nvSpPr>
            <p:spPr>
              <a:xfrm>
                <a:off x="11367873" y="2240664"/>
                <a:ext cx="129737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2400" dirty="0">
                    <a:latin typeface="프리젠테이션 6 SemiBold" pitchFamily="2" charset="-127"/>
                    <a:ea typeface="프리젠테이션 6 SemiBold" pitchFamily="2" charset="-127"/>
                  </a:rPr>
                  <a:t>챗봇 서버</a:t>
                </a:r>
              </a:p>
            </p:txBody>
          </p:sp>
          <p:cxnSp>
            <p:nvCxnSpPr>
              <p:cNvPr id="86" name="직선 화살표 연결선 85">
                <a:extLst>
                  <a:ext uri="{FF2B5EF4-FFF2-40B4-BE49-F238E27FC236}">
                    <a16:creationId xmlns:a16="http://schemas.microsoft.com/office/drawing/2014/main" id="{FD8E6A8B-62B4-4A3B-9070-D20E3318858C}"/>
                  </a:ext>
                </a:extLst>
              </p:cNvPr>
              <p:cNvCxnSpPr>
                <a:cxnSpLocks/>
                <a:stCxn id="22" idx="1"/>
                <a:endCxn id="23" idx="3"/>
              </p:cNvCxnSpPr>
              <p:nvPr/>
            </p:nvCxnSpPr>
            <p:spPr>
              <a:xfrm flipH="1" flipV="1">
                <a:off x="4174094" y="10011188"/>
                <a:ext cx="2022641" cy="507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D74D20E-F120-42A4-B31F-A52A6AC19322}"/>
                  </a:ext>
                </a:extLst>
              </p:cNvPr>
              <p:cNvSpPr txBox="1"/>
              <p:nvPr/>
            </p:nvSpPr>
            <p:spPr>
              <a:xfrm>
                <a:off x="6196735" y="9831601"/>
                <a:ext cx="237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386EE94C-63C4-453E-A101-48FEF19FEB32}"/>
                  </a:ext>
                </a:extLst>
              </p:cNvPr>
              <p:cNvSpPr txBox="1"/>
              <p:nvPr/>
            </p:nvSpPr>
            <p:spPr>
              <a:xfrm>
                <a:off x="14096668" y="4121587"/>
                <a:ext cx="14125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400" dirty="0">
                    <a:latin typeface="프리젠테이션 6 SemiBold" pitchFamily="2" charset="-127"/>
                    <a:ea typeface="프리젠테이션 6 SemiBold" pitchFamily="2" charset="-127"/>
                  </a:rPr>
                  <a:t>관리자 영역</a:t>
                </a:r>
              </a:p>
            </p:txBody>
          </p: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7C5E0066-3F74-4190-8FE2-5B0971B12B54}"/>
                  </a:ext>
                </a:extLst>
              </p:cNvPr>
              <p:cNvGrpSpPr/>
              <p:nvPr/>
            </p:nvGrpSpPr>
            <p:grpSpPr>
              <a:xfrm>
                <a:off x="8150772" y="3013835"/>
                <a:ext cx="8583394" cy="1017468"/>
                <a:chOff x="8150772" y="3013835"/>
                <a:chExt cx="8583394" cy="1017468"/>
              </a:xfrm>
            </p:grpSpPr>
            <p:sp>
              <p:nvSpPr>
                <p:cNvPr id="169" name="사각형: 둥근 모서리 168">
                  <a:extLst>
                    <a:ext uri="{FF2B5EF4-FFF2-40B4-BE49-F238E27FC236}">
                      <a16:creationId xmlns:a16="http://schemas.microsoft.com/office/drawing/2014/main" id="{8A9883F2-EB02-4CDC-A8E6-B307B3F7D2EC}"/>
                    </a:ext>
                  </a:extLst>
                </p:cNvPr>
                <p:cNvSpPr/>
                <p:nvPr/>
              </p:nvSpPr>
              <p:spPr>
                <a:xfrm>
                  <a:off x="8150772" y="3013835"/>
                  <a:ext cx="8583394" cy="1017468"/>
                </a:xfrm>
                <a:prstGeom prst="roundRect">
                  <a:avLst>
                    <a:gd name="adj" fmla="val 4227"/>
                  </a:avLst>
                </a:prstGeom>
                <a:solidFill>
                  <a:schemeClr val="bg1"/>
                </a:solidFill>
                <a:ln w="28575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171" name="직사각형 170">
                  <a:extLst>
                    <a:ext uri="{FF2B5EF4-FFF2-40B4-BE49-F238E27FC236}">
                      <a16:creationId xmlns:a16="http://schemas.microsoft.com/office/drawing/2014/main" id="{77BAE5CC-22E1-4972-B2F9-38077A42673E}"/>
                    </a:ext>
                  </a:extLst>
                </p:cNvPr>
                <p:cNvSpPr/>
                <p:nvPr/>
              </p:nvSpPr>
              <p:spPr>
                <a:xfrm>
                  <a:off x="12741807" y="3227734"/>
                  <a:ext cx="1437642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 err="1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리랭커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(</a:t>
                  </a:r>
                  <a:r>
                    <a:rPr lang="ko-KR" altLang="en-US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상위 응답 채택</a:t>
                  </a:r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)</a:t>
                  </a:r>
                  <a:endParaRPr lang="ko-KR" altLang="en-US" sz="1400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172" name="직사각형 171">
                  <a:extLst>
                    <a:ext uri="{FF2B5EF4-FFF2-40B4-BE49-F238E27FC236}">
                      <a16:creationId xmlns:a16="http://schemas.microsoft.com/office/drawing/2014/main" id="{8E3EFD81-8BCD-4BBB-B0A7-39F489266216}"/>
                    </a:ext>
                  </a:extLst>
                </p:cNvPr>
                <p:cNvSpPr/>
                <p:nvPr/>
              </p:nvSpPr>
              <p:spPr>
                <a:xfrm>
                  <a:off x="8476042" y="3227734"/>
                  <a:ext cx="1993564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대화 생성 </a:t>
                  </a:r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LLM</a:t>
                  </a:r>
                </a:p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(</a:t>
                  </a:r>
                  <a:r>
                    <a:rPr lang="ko-KR" altLang="en-US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질문 재작성</a:t>
                  </a:r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답변 생성</a:t>
                  </a:r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)</a:t>
                  </a:r>
                  <a:endParaRPr lang="ko-KR" altLang="en-US" sz="1400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173" name="직사각형 172">
                  <a:extLst>
                    <a:ext uri="{FF2B5EF4-FFF2-40B4-BE49-F238E27FC236}">
                      <a16:creationId xmlns:a16="http://schemas.microsoft.com/office/drawing/2014/main" id="{E6873186-EF26-4361-A217-6C4EA98EE6FC}"/>
                    </a:ext>
                  </a:extLst>
                </p:cNvPr>
                <p:cNvSpPr/>
                <p:nvPr/>
              </p:nvSpPr>
              <p:spPr>
                <a:xfrm>
                  <a:off x="10761885" y="3227734"/>
                  <a:ext cx="1687643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dirty="0" err="1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sLLM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(</a:t>
                  </a:r>
                  <a:r>
                    <a:rPr lang="ko-KR" altLang="en-US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질문 재작성</a:t>
                  </a:r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, </a:t>
                  </a:r>
                  <a:r>
                    <a:rPr lang="ko-KR" altLang="en-US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답변 생성</a:t>
                  </a:r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)</a:t>
                  </a:r>
                  <a:endParaRPr lang="ko-KR" altLang="en-US" sz="1400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99" name="직사각형 98">
                  <a:extLst>
                    <a:ext uri="{FF2B5EF4-FFF2-40B4-BE49-F238E27FC236}">
                      <a16:creationId xmlns:a16="http://schemas.microsoft.com/office/drawing/2014/main" id="{8C7E49BC-F317-4B13-93B1-223D608833A5}"/>
                    </a:ext>
                  </a:extLst>
                </p:cNvPr>
                <p:cNvSpPr/>
                <p:nvPr/>
              </p:nvSpPr>
              <p:spPr>
                <a:xfrm>
                  <a:off x="14471727" y="3227734"/>
                  <a:ext cx="1993564" cy="618090"/>
                </a:xfrm>
                <a:prstGeom prst="rect">
                  <a:avLst/>
                </a:prstGeom>
                <a:solidFill>
                  <a:schemeClr val="bg2"/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 err="1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임베딩</a:t>
                  </a:r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 모델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(RAG </a:t>
                  </a:r>
                  <a:r>
                    <a:rPr lang="ko-KR" altLang="en-US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문서 </a:t>
                  </a:r>
                  <a:r>
                    <a:rPr lang="ko-KR" altLang="en-US" sz="1400" dirty="0" err="1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전처리</a:t>
                  </a:r>
                  <a:r>
                    <a:rPr lang="en-US" altLang="ko-KR" sz="1400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)</a:t>
                  </a:r>
                  <a:endParaRPr lang="ko-KR" altLang="en-US" sz="1400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</p:grp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C3FFBE75-B03A-4692-AB90-2367DBAC66AA}"/>
                  </a:ext>
                </a:extLst>
              </p:cNvPr>
              <p:cNvSpPr txBox="1"/>
              <p:nvPr/>
            </p:nvSpPr>
            <p:spPr>
              <a:xfrm>
                <a:off x="9972315" y="9255631"/>
                <a:ext cx="9332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프리젠테이션 6 SemiBold" pitchFamily="2" charset="-127"/>
                    <a:ea typeface="프리젠테이션 6 SemiBold" pitchFamily="2" charset="-127"/>
                  </a:rPr>
                  <a:t>기능 설정</a:t>
                </a:r>
              </a:p>
            </p:txBody>
          </p:sp>
          <p:cxnSp>
            <p:nvCxnSpPr>
              <p:cNvPr id="81" name="직선 화살표 연결선 80">
                <a:extLst>
                  <a:ext uri="{FF2B5EF4-FFF2-40B4-BE49-F238E27FC236}">
                    <a16:creationId xmlns:a16="http://schemas.microsoft.com/office/drawing/2014/main" id="{3E8DEF36-B318-4EF6-838D-7DC83F1E4BAD}"/>
                  </a:ext>
                </a:extLst>
              </p:cNvPr>
              <p:cNvCxnSpPr>
                <a:cxnSpLocks/>
                <a:stCxn id="15" idx="3"/>
                <a:endCxn id="82" idx="1"/>
              </p:cNvCxnSpPr>
              <p:nvPr/>
            </p:nvCxnSpPr>
            <p:spPr>
              <a:xfrm flipV="1">
                <a:off x="3799494" y="5173470"/>
                <a:ext cx="2419188" cy="1404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823EB011-5B2E-441B-9695-8915E3CC1CE7}"/>
                  </a:ext>
                </a:extLst>
              </p:cNvPr>
              <p:cNvSpPr txBox="1"/>
              <p:nvPr/>
            </p:nvSpPr>
            <p:spPr>
              <a:xfrm>
                <a:off x="6218682" y="4988804"/>
                <a:ext cx="237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cxnSp>
            <p:nvCxnSpPr>
              <p:cNvPr id="87" name="직선 화살표 연결선 86">
                <a:extLst>
                  <a:ext uri="{FF2B5EF4-FFF2-40B4-BE49-F238E27FC236}">
                    <a16:creationId xmlns:a16="http://schemas.microsoft.com/office/drawing/2014/main" id="{7341D07C-E95C-4CAA-A901-D53A2FCAED45}"/>
                  </a:ext>
                </a:extLst>
              </p:cNvPr>
              <p:cNvCxnSpPr>
                <a:cxnSpLocks/>
                <a:stCxn id="88" idx="1"/>
                <a:endCxn id="16" idx="3"/>
              </p:cNvCxnSpPr>
              <p:nvPr/>
            </p:nvCxnSpPr>
            <p:spPr>
              <a:xfrm flipH="1" flipV="1">
                <a:off x="2296179" y="6888619"/>
                <a:ext cx="3900556" cy="1617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C750C53-CE3B-4318-ABFD-4B330260B5B8}"/>
                  </a:ext>
                </a:extLst>
              </p:cNvPr>
              <p:cNvSpPr txBox="1"/>
              <p:nvPr/>
            </p:nvSpPr>
            <p:spPr>
              <a:xfrm>
                <a:off x="8866313" y="4716018"/>
                <a:ext cx="77136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데이터</a:t>
                </a:r>
                <a:endParaRPr lang="en-US" altLang="ko-KR" sz="2000" dirty="0"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활용</a:t>
                </a:r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30E0C924-F2EC-4469-9589-14658BCE5B3E}"/>
                  </a:ext>
                </a:extLst>
              </p:cNvPr>
              <p:cNvSpPr txBox="1"/>
              <p:nvPr/>
            </p:nvSpPr>
            <p:spPr>
              <a:xfrm>
                <a:off x="6196735" y="6720130"/>
                <a:ext cx="2375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0AF09E17-113F-4D7C-AC98-02904DCE346F}"/>
                  </a:ext>
                </a:extLst>
              </p:cNvPr>
              <p:cNvSpPr txBox="1"/>
              <p:nvPr/>
            </p:nvSpPr>
            <p:spPr>
              <a:xfrm>
                <a:off x="4631750" y="474445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사용자 입력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B0E740B6-008B-42FA-8A72-FDAF78AEA639}"/>
                  </a:ext>
                </a:extLst>
              </p:cNvPr>
              <p:cNvSpPr txBox="1"/>
              <p:nvPr/>
            </p:nvSpPr>
            <p:spPr>
              <a:xfrm>
                <a:off x="4729533" y="6414846"/>
                <a:ext cx="101502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챗봇 응답</a:t>
                </a: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8942C9DC-B216-4784-9CA2-7F26ACA19DC2}"/>
                  </a:ext>
                </a:extLst>
              </p:cNvPr>
              <p:cNvSpPr txBox="1"/>
              <p:nvPr/>
            </p:nvSpPr>
            <p:spPr>
              <a:xfrm>
                <a:off x="6515142" y="3027804"/>
                <a:ext cx="14542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지원 도구 활용</a:t>
                </a:r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7432FBD-280A-4EEF-B6E1-EC494E0C1D31}"/>
                  </a:ext>
                </a:extLst>
              </p:cNvPr>
              <p:cNvSpPr txBox="1"/>
              <p:nvPr/>
            </p:nvSpPr>
            <p:spPr>
              <a:xfrm>
                <a:off x="11234419" y="4703167"/>
                <a:ext cx="77136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데이터</a:t>
                </a:r>
                <a:endParaRPr lang="en-US" altLang="ko-KR" sz="2000" dirty="0"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관리</a:t>
                </a:r>
              </a:p>
            </p:txBody>
          </p:sp>
          <p:grpSp>
            <p:nvGrpSpPr>
              <p:cNvPr id="124" name="그룹 123">
                <a:extLst>
                  <a:ext uri="{FF2B5EF4-FFF2-40B4-BE49-F238E27FC236}">
                    <a16:creationId xmlns:a16="http://schemas.microsoft.com/office/drawing/2014/main" id="{01743A45-7A74-488F-909E-6BBFA0B9240F}"/>
                  </a:ext>
                </a:extLst>
              </p:cNvPr>
              <p:cNvGrpSpPr/>
              <p:nvPr/>
            </p:nvGrpSpPr>
            <p:grpSpPr>
              <a:xfrm>
                <a:off x="15146010" y="4780788"/>
                <a:ext cx="2186354" cy="4221721"/>
                <a:chOff x="15146010" y="4780788"/>
                <a:chExt cx="2186354" cy="4221721"/>
              </a:xfrm>
            </p:grpSpPr>
            <p:sp>
              <p:nvSpPr>
                <p:cNvPr id="141" name="사각형: 둥근 모서리 140">
                  <a:extLst>
                    <a:ext uri="{FF2B5EF4-FFF2-40B4-BE49-F238E27FC236}">
                      <a16:creationId xmlns:a16="http://schemas.microsoft.com/office/drawing/2014/main" id="{B3BF152F-ECB5-4B2A-8D61-EFA6BC1BDAFB}"/>
                    </a:ext>
                  </a:extLst>
                </p:cNvPr>
                <p:cNvSpPr/>
                <p:nvPr/>
              </p:nvSpPr>
              <p:spPr>
                <a:xfrm>
                  <a:off x="15146010" y="4977229"/>
                  <a:ext cx="2186354" cy="4025280"/>
                </a:xfrm>
                <a:prstGeom prst="roundRect">
                  <a:avLst>
                    <a:gd name="adj" fmla="val 4227"/>
                  </a:avLst>
                </a:prstGeom>
                <a:solidFill>
                  <a:schemeClr val="bg1">
                    <a:lumMod val="95000"/>
                  </a:schemeClr>
                </a:solidFill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133" name="TextBox 132">
                  <a:extLst>
                    <a:ext uri="{FF2B5EF4-FFF2-40B4-BE49-F238E27FC236}">
                      <a16:creationId xmlns:a16="http://schemas.microsoft.com/office/drawing/2014/main" id="{C1AF8A84-88E0-4FBB-B1E9-E8C300CED1E2}"/>
                    </a:ext>
                  </a:extLst>
                </p:cNvPr>
                <p:cNvSpPr txBox="1"/>
                <p:nvPr/>
              </p:nvSpPr>
              <p:spPr>
                <a:xfrm>
                  <a:off x="15590499" y="4780788"/>
                  <a:ext cx="1297377" cy="36933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보안 모듈</a:t>
                  </a:r>
                </a:p>
              </p:txBody>
            </p:sp>
            <p:sp>
              <p:nvSpPr>
                <p:cNvPr id="134" name="직사각형 133">
                  <a:extLst>
                    <a:ext uri="{FF2B5EF4-FFF2-40B4-BE49-F238E27FC236}">
                      <a16:creationId xmlns:a16="http://schemas.microsoft.com/office/drawing/2014/main" id="{10EB5FBF-7FC8-4DB6-A12C-808778219F7E}"/>
                    </a:ext>
                  </a:extLst>
                </p:cNvPr>
                <p:cNvSpPr/>
                <p:nvPr/>
              </p:nvSpPr>
              <p:spPr>
                <a:xfrm>
                  <a:off x="15319476" y="5956406"/>
                  <a:ext cx="1839423" cy="6180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악의적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프롬프트 차단</a:t>
                  </a:r>
                </a:p>
              </p:txBody>
            </p:sp>
            <p:sp>
              <p:nvSpPr>
                <p:cNvPr id="136" name="직사각형 135">
                  <a:extLst>
                    <a:ext uri="{FF2B5EF4-FFF2-40B4-BE49-F238E27FC236}">
                      <a16:creationId xmlns:a16="http://schemas.microsoft.com/office/drawing/2014/main" id="{060397AB-407F-4425-81A9-51F703E05E32}"/>
                    </a:ext>
                  </a:extLst>
                </p:cNvPr>
                <p:cNvSpPr/>
                <p:nvPr/>
              </p:nvSpPr>
              <p:spPr>
                <a:xfrm>
                  <a:off x="15313511" y="5221450"/>
                  <a:ext cx="1851353" cy="6180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접근 권한 관리</a:t>
                  </a:r>
                </a:p>
              </p:txBody>
            </p:sp>
            <p:sp>
              <p:nvSpPr>
                <p:cNvPr id="137" name="직사각형 136">
                  <a:extLst>
                    <a:ext uri="{FF2B5EF4-FFF2-40B4-BE49-F238E27FC236}">
                      <a16:creationId xmlns:a16="http://schemas.microsoft.com/office/drawing/2014/main" id="{C9EBBEE4-ED31-4AFF-A9AD-2F9939D6F54C}"/>
                    </a:ext>
                  </a:extLst>
                </p:cNvPr>
                <p:cNvSpPr/>
                <p:nvPr/>
              </p:nvSpPr>
              <p:spPr>
                <a:xfrm>
                  <a:off x="15319476" y="6691362"/>
                  <a:ext cx="1839423" cy="6180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암호화 모듈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en-US" altLang="ko-KR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(HTTPS)</a:t>
                  </a:r>
                  <a:endParaRPr lang="ko-KR" altLang="en-US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138" name="직사각형 137">
                  <a:extLst>
                    <a:ext uri="{FF2B5EF4-FFF2-40B4-BE49-F238E27FC236}">
                      <a16:creationId xmlns:a16="http://schemas.microsoft.com/office/drawing/2014/main" id="{5A3BD9FC-AF41-47D4-A609-FB060DD9AC2D}"/>
                    </a:ext>
                  </a:extLst>
                </p:cNvPr>
                <p:cNvSpPr/>
                <p:nvPr/>
              </p:nvSpPr>
              <p:spPr>
                <a:xfrm>
                  <a:off x="15319476" y="7426318"/>
                  <a:ext cx="1839423" cy="6180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개인정보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비식별화</a:t>
                  </a:r>
                  <a:endParaRPr lang="en-US" altLang="ko-KR" dirty="0">
                    <a:solidFill>
                      <a:schemeClr val="tx1"/>
                    </a:solidFill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  <p:sp>
              <p:nvSpPr>
                <p:cNvPr id="139" name="직사각형 138">
                  <a:extLst>
                    <a:ext uri="{FF2B5EF4-FFF2-40B4-BE49-F238E27FC236}">
                      <a16:creationId xmlns:a16="http://schemas.microsoft.com/office/drawing/2014/main" id="{C5F90D0B-5B10-4301-B2DD-69345228FA07}"/>
                    </a:ext>
                  </a:extLst>
                </p:cNvPr>
                <p:cNvSpPr/>
                <p:nvPr/>
              </p:nvSpPr>
              <p:spPr>
                <a:xfrm>
                  <a:off x="15319476" y="8161273"/>
                  <a:ext cx="1839423" cy="618090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 w="28575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dirty="0">
                      <a:solidFill>
                        <a:schemeClr val="tx1"/>
                      </a:solidFill>
                      <a:latin typeface="프리젠테이션 6 SemiBold" pitchFamily="2" charset="-127"/>
                      <a:ea typeface="프리젠테이션 6 SemiBold" pitchFamily="2" charset="-127"/>
                    </a:rPr>
                    <a:t>감사용 로깅</a:t>
                  </a:r>
                </a:p>
              </p:txBody>
            </p:sp>
          </p:grpSp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3C63C786-537E-46C1-9CD7-F1140C774E9E}"/>
                  </a:ext>
                </a:extLst>
              </p:cNvPr>
              <p:cNvGrpSpPr/>
              <p:nvPr/>
            </p:nvGrpSpPr>
            <p:grpSpPr>
              <a:xfrm>
                <a:off x="15686687" y="9607450"/>
                <a:ext cx="1109599" cy="894529"/>
                <a:chOff x="7515540" y="2907280"/>
                <a:chExt cx="1109599" cy="894530"/>
              </a:xfrm>
            </p:grpSpPr>
            <p:pic>
              <p:nvPicPr>
                <p:cNvPr id="147" name="그래픽 146" descr="데이터베이스 단색으로 채워진">
                  <a:extLst>
                    <a:ext uri="{FF2B5EF4-FFF2-40B4-BE49-F238E27FC236}">
                      <a16:creationId xmlns:a16="http://schemas.microsoft.com/office/drawing/2014/main" id="{F5A72A58-67DF-4C99-9C2C-46AC81FA86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57265" y="2907280"/>
                  <a:ext cx="626144" cy="626144"/>
                </a:xfrm>
                <a:prstGeom prst="rect">
                  <a:avLst/>
                </a:prstGeom>
              </p:spPr>
            </p:pic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9FB604C6-38C9-4CA3-B96A-1DEA8298B45A}"/>
                    </a:ext>
                  </a:extLst>
                </p:cNvPr>
                <p:cNvSpPr txBox="1"/>
                <p:nvPr/>
              </p:nvSpPr>
              <p:spPr>
                <a:xfrm>
                  <a:off x="7515540" y="3432478"/>
                  <a:ext cx="11095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ko-KR" altLang="en-US" dirty="0">
                      <a:latin typeface="프리젠테이션 6 SemiBold" pitchFamily="2" charset="-127"/>
                      <a:ea typeface="프리젠테이션 6 SemiBold" pitchFamily="2" charset="-127"/>
                    </a:rPr>
                    <a:t>로그 데이터</a:t>
                  </a:r>
                  <a:endParaRPr lang="en-US" altLang="ko-KR" dirty="0">
                    <a:latin typeface="프리젠테이션 6 SemiBold" pitchFamily="2" charset="-127"/>
                    <a:ea typeface="프리젠테이션 6 SemiBold" pitchFamily="2" charset="-127"/>
                  </a:endParaRPr>
                </a:p>
              </p:txBody>
            </p:sp>
          </p:grp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8185BCBE-A599-44E4-8163-1C4B6663B810}"/>
                  </a:ext>
                </a:extLst>
              </p:cNvPr>
              <p:cNvSpPr txBox="1"/>
              <p:nvPr/>
            </p:nvSpPr>
            <p:spPr>
              <a:xfrm>
                <a:off x="16259376" y="9128754"/>
                <a:ext cx="537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dirty="0">
                    <a:latin typeface="프리젠테이션 6 SemiBold" pitchFamily="2" charset="-127"/>
                    <a:ea typeface="프리젠테이션 6 SemiBold" pitchFamily="2" charset="-127"/>
                  </a:rPr>
                  <a:t>기록</a:t>
                </a:r>
              </a:p>
            </p:txBody>
          </p:sp>
          <p:cxnSp>
            <p:nvCxnSpPr>
              <p:cNvPr id="113" name="직선 화살표 연결선 112">
                <a:extLst>
                  <a:ext uri="{FF2B5EF4-FFF2-40B4-BE49-F238E27FC236}">
                    <a16:creationId xmlns:a16="http://schemas.microsoft.com/office/drawing/2014/main" id="{B7C697A9-CAF2-4F3B-A4BF-7F02B85197DB}"/>
                  </a:ext>
                </a:extLst>
              </p:cNvPr>
              <p:cNvCxnSpPr>
                <a:cxnSpLocks/>
                <a:stCxn id="141" idx="2"/>
                <a:endCxn id="147" idx="0"/>
              </p:cNvCxnSpPr>
              <p:nvPr/>
            </p:nvCxnSpPr>
            <p:spPr>
              <a:xfrm>
                <a:off x="16239187" y="9002509"/>
                <a:ext cx="2297" cy="60494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연결선: 꺾임 114">
                <a:extLst>
                  <a:ext uri="{FF2B5EF4-FFF2-40B4-BE49-F238E27FC236}">
                    <a16:creationId xmlns:a16="http://schemas.microsoft.com/office/drawing/2014/main" id="{37939543-44C9-4D5C-9E9F-7B13D81C8107}"/>
                  </a:ext>
                </a:extLst>
              </p:cNvPr>
              <p:cNvCxnSpPr>
                <a:cxnSpLocks/>
                <a:stCxn id="169" idx="1"/>
                <a:endCxn id="8" idx="0"/>
              </p:cNvCxnSpPr>
              <p:nvPr/>
            </p:nvCxnSpPr>
            <p:spPr>
              <a:xfrm rot="10800000" flipV="1">
                <a:off x="7641068" y="3522569"/>
                <a:ext cx="509704" cy="1052550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직선 화살표 연결선 118">
                <a:extLst>
                  <a:ext uri="{FF2B5EF4-FFF2-40B4-BE49-F238E27FC236}">
                    <a16:creationId xmlns:a16="http://schemas.microsoft.com/office/drawing/2014/main" id="{0B7FFC88-BFDD-4A89-BAF6-E27E62C31ED6}"/>
                  </a:ext>
                </a:extLst>
              </p:cNvPr>
              <p:cNvCxnSpPr>
                <a:stCxn id="141" idx="1"/>
                <a:endCxn id="41" idx="3"/>
              </p:cNvCxnSpPr>
              <p:nvPr/>
            </p:nvCxnSpPr>
            <p:spPr>
              <a:xfrm flipH="1" flipV="1">
                <a:off x="14439486" y="6984081"/>
                <a:ext cx="706524" cy="578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6649713C-00A3-40C7-A6BF-8E73C0571560}"/>
                  </a:ext>
                </a:extLst>
              </p:cNvPr>
              <p:cNvSpPr txBox="1"/>
              <p:nvPr/>
            </p:nvSpPr>
            <p:spPr>
              <a:xfrm>
                <a:off x="14521360" y="7080487"/>
                <a:ext cx="57579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보안</a:t>
                </a:r>
                <a:endParaRPr lang="en-US" altLang="ko-KR" sz="2000" dirty="0"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기능</a:t>
                </a:r>
                <a:endParaRPr lang="en-US" altLang="ko-KR" sz="2000" dirty="0">
                  <a:latin typeface="프리젠테이션 6 SemiBold" pitchFamily="2" charset="-127"/>
                  <a:ea typeface="프리젠테이션 6 SemiBold" pitchFamily="2" charset="-127"/>
                </a:endParaRPr>
              </a:p>
              <a:p>
                <a:pPr algn="ctr"/>
                <a:r>
                  <a:rPr lang="ko-KR" altLang="en-US" sz="2000" dirty="0">
                    <a:latin typeface="프리젠테이션 6 SemiBold" pitchFamily="2" charset="-127"/>
                    <a:ea typeface="프리젠테이션 6 SemiBold" pitchFamily="2" charset="-127"/>
                  </a:rPr>
                  <a:t>제공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7110D71D-5603-470A-97D2-1E843E98085F}"/>
                  </a:ext>
                </a:extLst>
              </p:cNvPr>
              <p:cNvSpPr txBox="1"/>
              <p:nvPr/>
            </p:nvSpPr>
            <p:spPr>
              <a:xfrm>
                <a:off x="11793781" y="2829881"/>
                <a:ext cx="1297377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프리젠테이션 6 SemiBold" pitchFamily="2" charset="-127"/>
                    <a:ea typeface="프리젠테이션 6 SemiBold" pitchFamily="2" charset="-127"/>
                  </a:rPr>
                  <a:t>AI </a:t>
                </a:r>
                <a:r>
                  <a:rPr lang="ko-KR" altLang="en-US" dirty="0">
                    <a:latin typeface="프리젠테이션 6 SemiBold" pitchFamily="2" charset="-127"/>
                    <a:ea typeface="프리젠테이션 6 SemiBold" pitchFamily="2" charset="-127"/>
                  </a:rPr>
                  <a:t>모델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0724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</TotalTime>
  <Words>213</Words>
  <Application>Microsoft Office PowerPoint</Application>
  <PresentationFormat>사용자 지정</PresentationFormat>
  <Paragraphs>92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프리젠테이션 6 SemiBold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X</dc:creator>
  <cp:lastModifiedBy>X</cp:lastModifiedBy>
  <cp:revision>19</cp:revision>
  <dcterms:created xsi:type="dcterms:W3CDTF">2026-09-21T09:12:48Z</dcterms:created>
  <dcterms:modified xsi:type="dcterms:W3CDTF">2026-09-22T02:04:02Z</dcterms:modified>
</cp:coreProperties>
</file>